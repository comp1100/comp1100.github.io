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825" r:id="rId2"/>
    <p:sldMasterId id="2147483853" r:id="rId3"/>
  </p:sldMasterIdLst>
  <p:notesMasterIdLst>
    <p:notesMasterId r:id="rId41"/>
  </p:notesMasterIdLst>
  <p:handoutMasterIdLst>
    <p:handoutMasterId r:id="rId42"/>
  </p:handoutMasterIdLst>
  <p:sldIdLst>
    <p:sldId id="419" r:id="rId4"/>
    <p:sldId id="258" r:id="rId5"/>
    <p:sldId id="524" r:id="rId6"/>
    <p:sldId id="512" r:id="rId7"/>
    <p:sldId id="526" r:id="rId8"/>
    <p:sldId id="513" r:id="rId9"/>
    <p:sldId id="525" r:id="rId10"/>
    <p:sldId id="446" r:id="rId11"/>
    <p:sldId id="450" r:id="rId12"/>
    <p:sldId id="449" r:id="rId13"/>
    <p:sldId id="528" r:id="rId14"/>
    <p:sldId id="527" r:id="rId15"/>
    <p:sldId id="452" r:id="rId16"/>
    <p:sldId id="546" r:id="rId17"/>
    <p:sldId id="547" r:id="rId18"/>
    <p:sldId id="548" r:id="rId19"/>
    <p:sldId id="529" r:id="rId20"/>
    <p:sldId id="530" r:id="rId21"/>
    <p:sldId id="531" r:id="rId22"/>
    <p:sldId id="532" r:id="rId23"/>
    <p:sldId id="533" r:id="rId24"/>
    <p:sldId id="534" r:id="rId25"/>
    <p:sldId id="535" r:id="rId26"/>
    <p:sldId id="536" r:id="rId27"/>
    <p:sldId id="537" r:id="rId28"/>
    <p:sldId id="538" r:id="rId29"/>
    <p:sldId id="539" r:id="rId30"/>
    <p:sldId id="540" r:id="rId31"/>
    <p:sldId id="541" r:id="rId32"/>
    <p:sldId id="522" r:id="rId33"/>
    <p:sldId id="542" r:id="rId34"/>
    <p:sldId id="543" r:id="rId35"/>
    <p:sldId id="549" r:id="rId36"/>
    <p:sldId id="523" r:id="rId37"/>
    <p:sldId id="544" r:id="rId38"/>
    <p:sldId id="545" r:id="rId39"/>
    <p:sldId id="418" r:id="rId40"/>
  </p:sldIdLst>
  <p:sldSz cx="12192000" cy="6858000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1E64"/>
    <a:srgbClr val="602B91"/>
    <a:srgbClr val="51247A"/>
    <a:srgbClr val="8B47C9"/>
    <a:srgbClr val="512C7B"/>
    <a:srgbClr val="000000"/>
    <a:srgbClr val="F2F2F2"/>
    <a:srgbClr val="16B7DD"/>
    <a:srgbClr val="86C9DF"/>
    <a:srgbClr val="BDD7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1F25F8-7F81-4342-8CC9-5C3E69E2CAF6}" v="235" dt="2026-05-14T23:00:21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62" autoAdjust="0"/>
    <p:restoredTop sz="95954" autoAdjust="0"/>
  </p:normalViewPr>
  <p:slideViewPr>
    <p:cSldViewPr showGuides="1">
      <p:cViewPr varScale="1">
        <p:scale>
          <a:sx n="101" d="100"/>
          <a:sy n="101" d="100"/>
        </p:scale>
        <p:origin x="43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gs" Target="tags/tag1.xml"/><Relationship Id="rId48" Type="http://schemas.microsoft.com/office/2016/11/relationships/changesInfo" Target="changesInfos/changesInfo1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Miller" userId="e118c78a-470c-4863-8b52-3aa598a6a1d5" providerId="ADAL" clId="{F7D8C5D0-A365-4F6B-BF6F-3FC93BBB19C9}"/>
    <pc:docChg chg="undo custSel addSld delSld modSld sldOrd">
      <pc:chgData name="Tim Miller" userId="e118c78a-470c-4863-8b52-3aa598a6a1d5" providerId="ADAL" clId="{F7D8C5D0-A365-4F6B-BF6F-3FC93BBB19C9}" dt="2026-05-15T00:59:44.215" v="8489" actId="20577"/>
      <pc:docMkLst>
        <pc:docMk/>
      </pc:docMkLst>
      <pc:sldChg chg="modSp mod ord modShow">
        <pc:chgData name="Tim Miller" userId="e118c78a-470c-4863-8b52-3aa598a6a1d5" providerId="ADAL" clId="{F7D8C5D0-A365-4F6B-BF6F-3FC93BBB19C9}" dt="2026-05-06T03:12:03.273" v="71" actId="34476"/>
        <pc:sldMkLst>
          <pc:docMk/>
          <pc:sldMk cId="0" sldId="258"/>
        </pc:sldMkLst>
        <pc:spChg chg="mod">
          <ac:chgData name="Tim Miller" userId="e118c78a-470c-4863-8b52-3aa598a6a1d5" providerId="ADAL" clId="{F7D8C5D0-A365-4F6B-BF6F-3FC93BBB19C9}" dt="2026-05-06T03:11:59.831" v="70" actId="14100"/>
          <ac:spMkLst>
            <pc:docMk/>
            <pc:sldMk cId="0" sldId="258"/>
            <ac:spMk id="2" creationId="{00000000-0000-0000-0000-000000000000}"/>
          </ac:spMkLst>
        </pc:spChg>
      </pc:sldChg>
      <pc:sldChg chg="delSp modSp add del mod">
        <pc:chgData name="Tim Miller" userId="e118c78a-470c-4863-8b52-3aa598a6a1d5" providerId="ADAL" clId="{F7D8C5D0-A365-4F6B-BF6F-3FC93BBB19C9}" dt="2026-05-14T07:09:49.033" v="7364" actId="2696"/>
        <pc:sldMkLst>
          <pc:docMk/>
          <pc:sldMk cId="1500220272" sldId="419"/>
        </pc:sldMkLst>
        <pc:spChg chg="mod">
          <ac:chgData name="Tim Miller" userId="e118c78a-470c-4863-8b52-3aa598a6a1d5" providerId="ADAL" clId="{F7D8C5D0-A365-4F6B-BF6F-3FC93BBB19C9}" dt="2026-05-14T03:17:13.216" v="2953" actId="20577"/>
          <ac:spMkLst>
            <pc:docMk/>
            <pc:sldMk cId="1500220272" sldId="419"/>
            <ac:spMk id="11" creationId="{267761C5-9EC3-FC81-CD03-AB353A5646C2}"/>
          </ac:spMkLst>
        </pc:spChg>
      </pc:sldChg>
      <pc:sldChg chg="add del">
        <pc:chgData name="Tim Miller" userId="e118c78a-470c-4863-8b52-3aa598a6a1d5" providerId="ADAL" clId="{F7D8C5D0-A365-4F6B-BF6F-3FC93BBB19C9}" dt="2026-05-14T07:09:47.014" v="7363"/>
        <pc:sldMkLst>
          <pc:docMk/>
          <pc:sldMk cId="4173352143" sldId="419"/>
        </pc:sldMkLst>
      </pc:sldChg>
      <pc:sldChg chg="modSp mod">
        <pc:chgData name="Tim Miller" userId="e118c78a-470c-4863-8b52-3aa598a6a1d5" providerId="ADAL" clId="{F7D8C5D0-A365-4F6B-BF6F-3FC93BBB19C9}" dt="2026-05-06T03:14:05.556" v="105" actId="20577"/>
        <pc:sldMkLst>
          <pc:docMk/>
          <pc:sldMk cId="4105862145" sldId="446"/>
        </pc:sldMkLst>
        <pc:spChg chg="mod">
          <ac:chgData name="Tim Miller" userId="e118c78a-470c-4863-8b52-3aa598a6a1d5" providerId="ADAL" clId="{F7D8C5D0-A365-4F6B-BF6F-3FC93BBB19C9}" dt="2026-05-06T03:14:05.556" v="105" actId="20577"/>
          <ac:spMkLst>
            <pc:docMk/>
            <pc:sldMk cId="4105862145" sldId="446"/>
            <ac:spMk id="39" creationId="{13D21A3B-BF94-2EAA-7FCD-4AACDE3D5B66}"/>
          </ac:spMkLst>
        </pc:spChg>
      </pc:sldChg>
      <pc:sldChg chg="addSp delSp modSp mod">
        <pc:chgData name="Tim Miller" userId="e118c78a-470c-4863-8b52-3aa598a6a1d5" providerId="ADAL" clId="{F7D8C5D0-A365-4F6B-BF6F-3FC93BBB19C9}" dt="2026-05-14T22:53:07.155" v="7902" actId="20577"/>
        <pc:sldMkLst>
          <pc:docMk/>
          <pc:sldMk cId="3253862544" sldId="449"/>
        </pc:sldMkLst>
        <pc:spChg chg="add mod">
          <ac:chgData name="Tim Miller" userId="e118c78a-470c-4863-8b52-3aa598a6a1d5" providerId="ADAL" clId="{F7D8C5D0-A365-4F6B-BF6F-3FC93BBB19C9}" dt="2026-05-14T06:05:30.053" v="3440" actId="478"/>
          <ac:spMkLst>
            <pc:docMk/>
            <pc:sldMk cId="3253862544" sldId="449"/>
            <ac:spMk id="3" creationId="{A5363BC1-E162-A3E6-3D2E-924AEAB5D59E}"/>
          </ac:spMkLst>
        </pc:spChg>
        <pc:spChg chg="mod">
          <ac:chgData name="Tim Miller" userId="e118c78a-470c-4863-8b52-3aa598a6a1d5" providerId="ADAL" clId="{F7D8C5D0-A365-4F6B-BF6F-3FC93BBB19C9}" dt="2026-05-14T06:06:34.760" v="3480" actId="20577"/>
          <ac:spMkLst>
            <pc:docMk/>
            <pc:sldMk cId="3253862544" sldId="449"/>
            <ac:spMk id="4" creationId="{C279519D-1E56-F57B-0C20-34ADA9C6C3A5}"/>
          </ac:spMkLst>
        </pc:spChg>
        <pc:spChg chg="add mod">
          <ac:chgData name="Tim Miller" userId="e118c78a-470c-4863-8b52-3aa598a6a1d5" providerId="ADAL" clId="{F7D8C5D0-A365-4F6B-BF6F-3FC93BBB19C9}" dt="2026-05-14T22:53:07.155" v="7902" actId="20577"/>
          <ac:spMkLst>
            <pc:docMk/>
            <pc:sldMk cId="3253862544" sldId="449"/>
            <ac:spMk id="6" creationId="{82316C30-3EC0-A772-6888-AA4FD4340D97}"/>
          </ac:spMkLst>
        </pc:spChg>
        <pc:spChg chg="del mod">
          <ac:chgData name="Tim Miller" userId="e118c78a-470c-4863-8b52-3aa598a6a1d5" providerId="ADAL" clId="{F7D8C5D0-A365-4F6B-BF6F-3FC93BBB19C9}" dt="2026-05-14T06:05:20.310" v="3436" actId="478"/>
          <ac:spMkLst>
            <pc:docMk/>
            <pc:sldMk cId="3253862544" sldId="449"/>
            <ac:spMk id="7" creationId="{ABAE1EEE-465D-A580-5530-98E76619DDEE}"/>
          </ac:spMkLst>
        </pc:spChg>
        <pc:spChg chg="del">
          <ac:chgData name="Tim Miller" userId="e118c78a-470c-4863-8b52-3aa598a6a1d5" providerId="ADAL" clId="{F7D8C5D0-A365-4F6B-BF6F-3FC93BBB19C9}" dt="2026-05-14T06:05:23.856" v="3438" actId="478"/>
          <ac:spMkLst>
            <pc:docMk/>
            <pc:sldMk cId="3253862544" sldId="449"/>
            <ac:spMk id="8" creationId="{65192487-E88F-07A2-F290-D37ED7C720D2}"/>
          </ac:spMkLst>
        </pc:spChg>
        <pc:spChg chg="add mod">
          <ac:chgData name="Tim Miller" userId="e118c78a-470c-4863-8b52-3aa598a6a1d5" providerId="ADAL" clId="{F7D8C5D0-A365-4F6B-BF6F-3FC93BBB19C9}" dt="2026-05-14T06:06:23.136" v="3468" actId="571"/>
          <ac:spMkLst>
            <pc:docMk/>
            <pc:sldMk cId="3253862544" sldId="449"/>
            <ac:spMk id="9" creationId="{9C70AA69-C330-4BB2-3022-E08F42635649}"/>
          </ac:spMkLst>
        </pc:spChg>
        <pc:spChg chg="del mod">
          <ac:chgData name="Tim Miller" userId="e118c78a-470c-4863-8b52-3aa598a6a1d5" providerId="ADAL" clId="{F7D8C5D0-A365-4F6B-BF6F-3FC93BBB19C9}" dt="2026-05-14T06:05:30.053" v="3440" actId="478"/>
          <ac:spMkLst>
            <pc:docMk/>
            <pc:sldMk cId="3253862544" sldId="449"/>
            <ac:spMk id="10" creationId="{692F2697-1AB6-2F9B-80BD-D43A9057A0A3}"/>
          </ac:spMkLst>
        </pc:spChg>
        <pc:spChg chg="del mod">
          <ac:chgData name="Tim Miller" userId="e118c78a-470c-4863-8b52-3aa598a6a1d5" providerId="ADAL" clId="{F7D8C5D0-A365-4F6B-BF6F-3FC93BBB19C9}" dt="2026-05-14T06:05:22.109" v="3437" actId="478"/>
          <ac:spMkLst>
            <pc:docMk/>
            <pc:sldMk cId="3253862544" sldId="449"/>
            <ac:spMk id="11" creationId="{CC04368F-8F92-8139-E896-C52FCEEBB0F3}"/>
          </ac:spMkLst>
        </pc:spChg>
        <pc:spChg chg="del">
          <ac:chgData name="Tim Miller" userId="e118c78a-470c-4863-8b52-3aa598a6a1d5" providerId="ADAL" clId="{F7D8C5D0-A365-4F6B-BF6F-3FC93BBB19C9}" dt="2026-05-14T06:05:25.039" v="3439" actId="478"/>
          <ac:spMkLst>
            <pc:docMk/>
            <pc:sldMk cId="3253862544" sldId="449"/>
            <ac:spMk id="12" creationId="{F10A1530-0A57-B345-CA6E-D6258A46B869}"/>
          </ac:spMkLst>
        </pc:spChg>
        <pc:picChg chg="del">
          <ac:chgData name="Tim Miller" userId="e118c78a-470c-4863-8b52-3aa598a6a1d5" providerId="ADAL" clId="{F7D8C5D0-A365-4F6B-BF6F-3FC93BBB19C9}" dt="2026-05-14T06:05:17.539" v="3433" actId="478"/>
          <ac:picMkLst>
            <pc:docMk/>
            <pc:sldMk cId="3253862544" sldId="449"/>
            <ac:picMk id="1026" creationId="{9C0E6751-A993-ACC1-DAB2-F8ED1775DC84}"/>
          </ac:picMkLst>
        </pc:picChg>
      </pc:sldChg>
      <pc:sldChg chg="addSp modSp mod modAnim">
        <pc:chgData name="Tim Miller" userId="e118c78a-470c-4863-8b52-3aa598a6a1d5" providerId="ADAL" clId="{F7D8C5D0-A365-4F6B-BF6F-3FC93BBB19C9}" dt="2026-05-14T03:22:57.515" v="3215"/>
        <pc:sldMkLst>
          <pc:docMk/>
          <pc:sldMk cId="2427428131" sldId="450"/>
        </pc:sldMkLst>
        <pc:spChg chg="mod">
          <ac:chgData name="Tim Miller" userId="e118c78a-470c-4863-8b52-3aa598a6a1d5" providerId="ADAL" clId="{F7D8C5D0-A365-4F6B-BF6F-3FC93BBB19C9}" dt="2026-05-14T03:22:10.305" v="3212" actId="554"/>
          <ac:spMkLst>
            <pc:docMk/>
            <pc:sldMk cId="2427428131" sldId="450"/>
            <ac:spMk id="3" creationId="{0B1A7805-085F-B0DA-9F8E-0EA9C4693D5C}"/>
          </ac:spMkLst>
        </pc:spChg>
        <pc:spChg chg="add mod">
          <ac:chgData name="Tim Miller" userId="e118c78a-470c-4863-8b52-3aa598a6a1d5" providerId="ADAL" clId="{F7D8C5D0-A365-4F6B-BF6F-3FC93BBB19C9}" dt="2026-05-14T03:22:10.305" v="3212" actId="554"/>
          <ac:spMkLst>
            <pc:docMk/>
            <pc:sldMk cId="2427428131" sldId="450"/>
            <ac:spMk id="6" creationId="{609B8890-3762-9467-A8D0-126C62977F3E}"/>
          </ac:spMkLst>
        </pc:spChg>
        <pc:spChg chg="mod">
          <ac:chgData name="Tim Miller" userId="e118c78a-470c-4863-8b52-3aa598a6a1d5" providerId="ADAL" clId="{F7D8C5D0-A365-4F6B-BF6F-3FC93BBB19C9}" dt="2026-05-06T05:58:19.059" v="2480" actId="1076"/>
          <ac:spMkLst>
            <pc:docMk/>
            <pc:sldMk cId="2427428131" sldId="450"/>
            <ac:spMk id="12" creationId="{436796BE-B6EE-149F-B512-DF7FEF98D19E}"/>
          </ac:spMkLst>
        </pc:spChg>
      </pc:sldChg>
      <pc:sldChg chg="modSp del mod ord">
        <pc:chgData name="Tim Miller" userId="e118c78a-470c-4863-8b52-3aa598a6a1d5" providerId="ADAL" clId="{F7D8C5D0-A365-4F6B-BF6F-3FC93BBB19C9}" dt="2026-05-14T06:08:10.067" v="3585" actId="47"/>
        <pc:sldMkLst>
          <pc:docMk/>
          <pc:sldMk cId="3610713637" sldId="451"/>
        </pc:sldMkLst>
      </pc:sldChg>
      <pc:sldChg chg="delSp modSp mod">
        <pc:chgData name="Tim Miller" userId="e118c78a-470c-4863-8b52-3aa598a6a1d5" providerId="ADAL" clId="{F7D8C5D0-A365-4F6B-BF6F-3FC93BBB19C9}" dt="2026-05-14T23:36:34.954" v="8369" actId="20577"/>
        <pc:sldMkLst>
          <pc:docMk/>
          <pc:sldMk cId="4237976024" sldId="452"/>
        </pc:sldMkLst>
        <pc:spChg chg="mod">
          <ac:chgData name="Tim Miller" userId="e118c78a-470c-4863-8b52-3aa598a6a1d5" providerId="ADAL" clId="{F7D8C5D0-A365-4F6B-BF6F-3FC93BBB19C9}" dt="2026-05-14T23:35:59.004" v="8337" actId="1076"/>
          <ac:spMkLst>
            <pc:docMk/>
            <pc:sldMk cId="4237976024" sldId="452"/>
            <ac:spMk id="3" creationId="{157A72B3-D52A-3408-3A78-0115613DA873}"/>
          </ac:spMkLst>
        </pc:spChg>
        <pc:spChg chg="mod">
          <ac:chgData name="Tim Miller" userId="e118c78a-470c-4863-8b52-3aa598a6a1d5" providerId="ADAL" clId="{F7D8C5D0-A365-4F6B-BF6F-3FC93BBB19C9}" dt="2026-05-14T23:36:34.954" v="8369" actId="20577"/>
          <ac:spMkLst>
            <pc:docMk/>
            <pc:sldMk cId="4237976024" sldId="452"/>
            <ac:spMk id="32" creationId="{E6391963-05C4-5D2E-22A2-82450072630A}"/>
          </ac:spMkLst>
        </pc:spChg>
        <pc:spChg chg="del mod">
          <ac:chgData name="Tim Miller" userId="e118c78a-470c-4863-8b52-3aa598a6a1d5" providerId="ADAL" clId="{F7D8C5D0-A365-4F6B-BF6F-3FC93BBB19C9}" dt="2026-05-14T06:07:35.053" v="3575" actId="478"/>
          <ac:spMkLst>
            <pc:docMk/>
            <pc:sldMk cId="4237976024" sldId="452"/>
            <ac:spMk id="34" creationId="{A41B1F40-4A4D-A830-9E60-B7F84EA69FE9}"/>
          </ac:spMkLst>
        </pc:spChg>
        <pc:spChg chg="del mod">
          <ac:chgData name="Tim Miller" userId="e118c78a-470c-4863-8b52-3aa598a6a1d5" providerId="ADAL" clId="{F7D8C5D0-A365-4F6B-BF6F-3FC93BBB19C9}" dt="2026-05-14T06:07:35.053" v="3575" actId="478"/>
          <ac:spMkLst>
            <pc:docMk/>
            <pc:sldMk cId="4237976024" sldId="452"/>
            <ac:spMk id="36" creationId="{C9FBF87A-F3EB-D5B5-F9F9-652FC2AE74E7}"/>
          </ac:spMkLst>
        </pc:spChg>
        <pc:spChg chg="del mod">
          <ac:chgData name="Tim Miller" userId="e118c78a-470c-4863-8b52-3aa598a6a1d5" providerId="ADAL" clId="{F7D8C5D0-A365-4F6B-BF6F-3FC93BBB19C9}" dt="2026-05-14T06:07:35.053" v="3575" actId="478"/>
          <ac:spMkLst>
            <pc:docMk/>
            <pc:sldMk cId="4237976024" sldId="452"/>
            <ac:spMk id="38" creationId="{61695A64-5D66-284E-3E4A-89B7B909E76F}"/>
          </ac:spMkLst>
        </pc:spChg>
        <pc:spChg chg="del">
          <ac:chgData name="Tim Miller" userId="e118c78a-470c-4863-8b52-3aa598a6a1d5" providerId="ADAL" clId="{F7D8C5D0-A365-4F6B-BF6F-3FC93BBB19C9}" dt="2026-05-14T06:07:35.053" v="3575" actId="478"/>
          <ac:spMkLst>
            <pc:docMk/>
            <pc:sldMk cId="4237976024" sldId="452"/>
            <ac:spMk id="40" creationId="{7D2F6785-493D-B8F9-2A25-F1FBB71768B0}"/>
          </ac:spMkLst>
        </pc:spChg>
        <pc:spChg chg="del mod">
          <ac:chgData name="Tim Miller" userId="e118c78a-470c-4863-8b52-3aa598a6a1d5" providerId="ADAL" clId="{F7D8C5D0-A365-4F6B-BF6F-3FC93BBB19C9}" dt="2026-05-14T06:07:35.053" v="3575" actId="478"/>
          <ac:spMkLst>
            <pc:docMk/>
            <pc:sldMk cId="4237976024" sldId="452"/>
            <ac:spMk id="42" creationId="{6D26BB49-98B0-CB27-D0B8-5EC8448463CB}"/>
          </ac:spMkLst>
        </pc:spChg>
        <pc:grpChg chg="del">
          <ac:chgData name="Tim Miller" userId="e118c78a-470c-4863-8b52-3aa598a6a1d5" providerId="ADAL" clId="{F7D8C5D0-A365-4F6B-BF6F-3FC93BBB19C9}" dt="2026-05-14T06:07:35.053" v="3575" actId="478"/>
          <ac:grpSpMkLst>
            <pc:docMk/>
            <pc:sldMk cId="4237976024" sldId="452"/>
            <ac:grpSpMk id="26" creationId="{AD61EF7E-FE4E-E405-AA7D-6927D02DE269}"/>
          </ac:grpSpMkLst>
        </pc:grpChg>
        <pc:picChg chg="del mod">
          <ac:chgData name="Tim Miller" userId="e118c78a-470c-4863-8b52-3aa598a6a1d5" providerId="ADAL" clId="{F7D8C5D0-A365-4F6B-BF6F-3FC93BBB19C9}" dt="2026-05-14T06:07:35.053" v="3575" actId="478"/>
          <ac:picMkLst>
            <pc:docMk/>
            <pc:sldMk cId="4237976024" sldId="452"/>
            <ac:picMk id="8" creationId="{DDF82272-8CF4-0219-E39B-71C55D466EA4}"/>
          </ac:picMkLst>
        </pc:picChg>
        <pc:picChg chg="del mod">
          <ac:chgData name="Tim Miller" userId="e118c78a-470c-4863-8b52-3aa598a6a1d5" providerId="ADAL" clId="{F7D8C5D0-A365-4F6B-BF6F-3FC93BBB19C9}" dt="2026-05-14T06:07:35.053" v="3575" actId="478"/>
          <ac:picMkLst>
            <pc:docMk/>
            <pc:sldMk cId="4237976024" sldId="452"/>
            <ac:picMk id="12" creationId="{60FB2FC4-4223-CDD8-C8F8-5CD78E535692}"/>
          </ac:picMkLst>
        </pc:picChg>
        <pc:cxnChg chg="del">
          <ac:chgData name="Tim Miller" userId="e118c78a-470c-4863-8b52-3aa598a6a1d5" providerId="ADAL" clId="{F7D8C5D0-A365-4F6B-BF6F-3FC93BBB19C9}" dt="2026-05-14T06:07:35.053" v="3575" actId="478"/>
          <ac:cxnSpMkLst>
            <pc:docMk/>
            <pc:sldMk cId="4237976024" sldId="452"/>
            <ac:cxnSpMk id="19" creationId="{CAB4985E-3E0B-687C-2010-BC73289D0975}"/>
          </ac:cxnSpMkLst>
        </pc:cxnChg>
        <pc:cxnChg chg="del mod">
          <ac:chgData name="Tim Miller" userId="e118c78a-470c-4863-8b52-3aa598a6a1d5" providerId="ADAL" clId="{F7D8C5D0-A365-4F6B-BF6F-3FC93BBB19C9}" dt="2026-05-14T06:07:35.053" v="3575" actId="478"/>
          <ac:cxnSpMkLst>
            <pc:docMk/>
            <pc:sldMk cId="4237976024" sldId="452"/>
            <ac:cxnSpMk id="22" creationId="{72D599E0-6068-CE64-C8AC-F0A8BB63A904}"/>
          </ac:cxnSpMkLst>
        </pc:cxnChg>
      </pc:sldChg>
      <pc:sldChg chg="del">
        <pc:chgData name="Tim Miller" userId="e118c78a-470c-4863-8b52-3aa598a6a1d5" providerId="ADAL" clId="{F7D8C5D0-A365-4F6B-BF6F-3FC93BBB19C9}" dt="2026-05-14T06:07:44.457" v="3580" actId="2696"/>
        <pc:sldMkLst>
          <pc:docMk/>
          <pc:sldMk cId="964453238" sldId="453"/>
        </pc:sldMkLst>
      </pc:sldChg>
      <pc:sldChg chg="addSp delSp modSp del mod modAnim">
        <pc:chgData name="Tim Miller" userId="e118c78a-470c-4863-8b52-3aa598a6a1d5" providerId="ADAL" clId="{F7D8C5D0-A365-4F6B-BF6F-3FC93BBB19C9}" dt="2026-05-14T06:08:18.516" v="3587" actId="47"/>
        <pc:sldMkLst>
          <pc:docMk/>
          <pc:sldMk cId="669445971" sldId="454"/>
        </pc:sldMkLst>
      </pc:sldChg>
      <pc:sldChg chg="modSp del mod">
        <pc:chgData name="Tim Miller" userId="e118c78a-470c-4863-8b52-3aa598a6a1d5" providerId="ADAL" clId="{F7D8C5D0-A365-4F6B-BF6F-3FC93BBB19C9}" dt="2026-05-14T06:07:56.027" v="3581" actId="47"/>
        <pc:sldMkLst>
          <pc:docMk/>
          <pc:sldMk cId="2303555798" sldId="455"/>
        </pc:sldMkLst>
      </pc:sldChg>
      <pc:sldChg chg="del mod modShow">
        <pc:chgData name="Tim Miller" userId="e118c78a-470c-4863-8b52-3aa598a6a1d5" providerId="ADAL" clId="{F7D8C5D0-A365-4F6B-BF6F-3FC93BBB19C9}" dt="2026-05-14T06:07:57.508" v="3582" actId="47"/>
        <pc:sldMkLst>
          <pc:docMk/>
          <pc:sldMk cId="2483151089" sldId="456"/>
        </pc:sldMkLst>
      </pc:sldChg>
      <pc:sldChg chg="modSp del mod modShow">
        <pc:chgData name="Tim Miller" userId="e118c78a-470c-4863-8b52-3aa598a6a1d5" providerId="ADAL" clId="{F7D8C5D0-A365-4F6B-BF6F-3FC93BBB19C9}" dt="2026-05-14T06:08:18.516" v="3587" actId="47"/>
        <pc:sldMkLst>
          <pc:docMk/>
          <pc:sldMk cId="736784090" sldId="457"/>
        </pc:sldMkLst>
      </pc:sldChg>
      <pc:sldChg chg="modSp del mod">
        <pc:chgData name="Tim Miller" userId="e118c78a-470c-4863-8b52-3aa598a6a1d5" providerId="ADAL" clId="{F7D8C5D0-A365-4F6B-BF6F-3FC93BBB19C9}" dt="2026-05-14T06:08:18.516" v="3587" actId="47"/>
        <pc:sldMkLst>
          <pc:docMk/>
          <pc:sldMk cId="580396687" sldId="458"/>
        </pc:sldMkLst>
      </pc:sldChg>
      <pc:sldChg chg="del modAnim">
        <pc:chgData name="Tim Miller" userId="e118c78a-470c-4863-8b52-3aa598a6a1d5" providerId="ADAL" clId="{F7D8C5D0-A365-4F6B-BF6F-3FC93BBB19C9}" dt="2026-05-14T03:17:57.426" v="2956" actId="47"/>
        <pc:sldMkLst>
          <pc:docMk/>
          <pc:sldMk cId="1489955859" sldId="481"/>
        </pc:sldMkLst>
      </pc:sldChg>
      <pc:sldChg chg="del ord">
        <pc:chgData name="Tim Miller" userId="e118c78a-470c-4863-8b52-3aa598a6a1d5" providerId="ADAL" clId="{F7D8C5D0-A365-4F6B-BF6F-3FC93BBB19C9}" dt="2026-05-14T03:17:56.567" v="2955" actId="47"/>
        <pc:sldMkLst>
          <pc:docMk/>
          <pc:sldMk cId="1551331566" sldId="482"/>
        </pc:sldMkLst>
      </pc:sldChg>
      <pc:sldChg chg="add">
        <pc:chgData name="Tim Miller" userId="e118c78a-470c-4863-8b52-3aa598a6a1d5" providerId="ADAL" clId="{F7D8C5D0-A365-4F6B-BF6F-3FC93BBB19C9}" dt="2026-05-06T03:11:41.095" v="30"/>
        <pc:sldMkLst>
          <pc:docMk/>
          <pc:sldMk cId="1169044608" sldId="512"/>
        </pc:sldMkLst>
      </pc:sldChg>
      <pc:sldChg chg="addSp modSp add mod">
        <pc:chgData name="Tim Miller" userId="e118c78a-470c-4863-8b52-3aa598a6a1d5" providerId="ADAL" clId="{F7D8C5D0-A365-4F6B-BF6F-3FC93BBB19C9}" dt="2026-05-14T03:19:12.072" v="3007" actId="22"/>
        <pc:sldMkLst>
          <pc:docMk/>
          <pc:sldMk cId="3242321325" sldId="513"/>
        </pc:sldMkLst>
        <pc:spChg chg="add">
          <ac:chgData name="Tim Miller" userId="e118c78a-470c-4863-8b52-3aa598a6a1d5" providerId="ADAL" clId="{F7D8C5D0-A365-4F6B-BF6F-3FC93BBB19C9}" dt="2026-05-14T03:19:12.072" v="3007" actId="22"/>
          <ac:spMkLst>
            <pc:docMk/>
            <pc:sldMk cId="3242321325" sldId="513"/>
            <ac:spMk id="6" creationId="{FC70849F-EC8B-FA37-1812-60B739A1CC02}"/>
          </ac:spMkLst>
        </pc:spChg>
        <pc:graphicFrameChg chg="mod modGraphic">
          <ac:chgData name="Tim Miller" userId="e118c78a-470c-4863-8b52-3aa598a6a1d5" providerId="ADAL" clId="{F7D8C5D0-A365-4F6B-BF6F-3FC93BBB19C9}" dt="2026-05-14T03:19:03.615" v="3006" actId="20577"/>
          <ac:graphicFrameMkLst>
            <pc:docMk/>
            <pc:sldMk cId="3242321325" sldId="513"/>
            <ac:graphicFrameMk id="15" creationId="{FDE3A786-EFCD-3289-7F91-38C8C954AFA2}"/>
          </ac:graphicFrameMkLst>
        </pc:graphicFrameChg>
        <pc:graphicFrameChg chg="modGraphic">
          <ac:chgData name="Tim Miller" userId="e118c78a-470c-4863-8b52-3aa598a6a1d5" providerId="ADAL" clId="{F7D8C5D0-A365-4F6B-BF6F-3FC93BBB19C9}" dt="2026-05-06T03:20:55.572" v="312" actId="113"/>
          <ac:graphicFrameMkLst>
            <pc:docMk/>
            <pc:sldMk cId="3242321325" sldId="513"/>
            <ac:graphicFrameMk id="17" creationId="{DA188D29-7D8C-9F0A-4DEB-54BDC2B6B6FD}"/>
          </ac:graphicFrameMkLst>
        </pc:graphicFrameChg>
      </pc:sldChg>
      <pc:sldChg chg="addSp delSp modSp add del mod modAnim">
        <pc:chgData name="Tim Miller" userId="e118c78a-470c-4863-8b52-3aa598a6a1d5" providerId="ADAL" clId="{F7D8C5D0-A365-4F6B-BF6F-3FC93BBB19C9}" dt="2026-05-14T06:03:19.466" v="3398" actId="47"/>
        <pc:sldMkLst>
          <pc:docMk/>
          <pc:sldMk cId="1187967186" sldId="514"/>
        </pc:sldMkLst>
      </pc:sldChg>
      <pc:sldChg chg="addSp delSp modSp add del mod">
        <pc:chgData name="Tim Miller" userId="e118c78a-470c-4863-8b52-3aa598a6a1d5" providerId="ADAL" clId="{F7D8C5D0-A365-4F6B-BF6F-3FC93BBB19C9}" dt="2026-05-14T06:08:18.516" v="3587" actId="47"/>
        <pc:sldMkLst>
          <pc:docMk/>
          <pc:sldMk cId="1329295485" sldId="515"/>
        </pc:sldMkLst>
      </pc:sldChg>
      <pc:sldChg chg="addSp delSp modSp add del mod addAnim delAnim modAnim">
        <pc:chgData name="Tim Miller" userId="e118c78a-470c-4863-8b52-3aa598a6a1d5" providerId="ADAL" clId="{F7D8C5D0-A365-4F6B-BF6F-3FC93BBB19C9}" dt="2026-05-14T06:08:13.343" v="3586" actId="47"/>
        <pc:sldMkLst>
          <pc:docMk/>
          <pc:sldMk cId="366741129" sldId="516"/>
        </pc:sldMkLst>
      </pc:sldChg>
      <pc:sldChg chg="addSp delSp modSp add del mod">
        <pc:chgData name="Tim Miller" userId="e118c78a-470c-4863-8b52-3aa598a6a1d5" providerId="ADAL" clId="{F7D8C5D0-A365-4F6B-BF6F-3FC93BBB19C9}" dt="2026-05-14T06:08:18.516" v="3587" actId="47"/>
        <pc:sldMkLst>
          <pc:docMk/>
          <pc:sldMk cId="2537245537" sldId="517"/>
        </pc:sldMkLst>
      </pc:sldChg>
      <pc:sldChg chg="delSp modSp add del mod modAnim">
        <pc:chgData name="Tim Miller" userId="e118c78a-470c-4863-8b52-3aa598a6a1d5" providerId="ADAL" clId="{F7D8C5D0-A365-4F6B-BF6F-3FC93BBB19C9}" dt="2026-05-14T06:08:18.516" v="3587" actId="47"/>
        <pc:sldMkLst>
          <pc:docMk/>
          <pc:sldMk cId="1890238020" sldId="520"/>
        </pc:sldMkLst>
      </pc:sldChg>
      <pc:sldChg chg="add del">
        <pc:chgData name="Tim Miller" userId="e118c78a-470c-4863-8b52-3aa598a6a1d5" providerId="ADAL" clId="{F7D8C5D0-A365-4F6B-BF6F-3FC93BBB19C9}" dt="2026-05-14T06:08:18.516" v="3587" actId="47"/>
        <pc:sldMkLst>
          <pc:docMk/>
          <pc:sldMk cId="2587411989" sldId="521"/>
        </pc:sldMkLst>
      </pc:sldChg>
      <pc:sldChg chg="modSp add mod">
        <pc:chgData name="Tim Miller" userId="e118c78a-470c-4863-8b52-3aa598a6a1d5" providerId="ADAL" clId="{F7D8C5D0-A365-4F6B-BF6F-3FC93BBB19C9}" dt="2026-05-15T00:04:08.810" v="8376" actId="20577"/>
        <pc:sldMkLst>
          <pc:docMk/>
          <pc:sldMk cId="1002625606" sldId="522"/>
        </pc:sldMkLst>
        <pc:spChg chg="mod">
          <ac:chgData name="Tim Miller" userId="e118c78a-470c-4863-8b52-3aa598a6a1d5" providerId="ADAL" clId="{F7D8C5D0-A365-4F6B-BF6F-3FC93BBB19C9}" dt="2026-05-15T00:04:08.810" v="8376" actId="20577"/>
          <ac:spMkLst>
            <pc:docMk/>
            <pc:sldMk cId="1002625606" sldId="522"/>
            <ac:spMk id="39" creationId="{8C43DC84-CD0E-DE57-5F8F-2E5B31FE2A54}"/>
          </ac:spMkLst>
        </pc:spChg>
      </pc:sldChg>
      <pc:sldChg chg="modSp add del mod">
        <pc:chgData name="Tim Miller" userId="e118c78a-470c-4863-8b52-3aa598a6a1d5" providerId="ADAL" clId="{F7D8C5D0-A365-4F6B-BF6F-3FC93BBB19C9}" dt="2026-05-14T07:09:53.915" v="7365" actId="2696"/>
        <pc:sldMkLst>
          <pc:docMk/>
          <pc:sldMk cId="2144692504" sldId="522"/>
        </pc:sldMkLst>
      </pc:sldChg>
      <pc:sldChg chg="addSp delSp modSp add del mod ord modAnim">
        <pc:chgData name="Tim Miller" userId="e118c78a-470c-4863-8b52-3aa598a6a1d5" providerId="ADAL" clId="{F7D8C5D0-A365-4F6B-BF6F-3FC93BBB19C9}" dt="2026-05-14T23:00:21.278" v="7942"/>
        <pc:sldMkLst>
          <pc:docMk/>
          <pc:sldMk cId="1819836031" sldId="523"/>
        </pc:sldMkLst>
        <pc:spChg chg="mod">
          <ac:chgData name="Tim Miller" userId="e118c78a-470c-4863-8b52-3aa598a6a1d5" providerId="ADAL" clId="{F7D8C5D0-A365-4F6B-BF6F-3FC93BBB19C9}" dt="2026-05-14T07:04:21.135" v="7112" actId="1076"/>
          <ac:spMkLst>
            <pc:docMk/>
            <pc:sldMk cId="1819836031" sldId="523"/>
            <ac:spMk id="2" creationId="{3732DC15-64D9-302F-3DA4-748531E98F06}"/>
          </ac:spMkLst>
        </pc:spChg>
        <pc:spChg chg="add mod">
          <ac:chgData name="Tim Miller" userId="e118c78a-470c-4863-8b52-3aa598a6a1d5" providerId="ADAL" clId="{F7D8C5D0-A365-4F6B-BF6F-3FC93BBB19C9}" dt="2026-05-14T23:00:13.011" v="7941" actId="1076"/>
          <ac:spMkLst>
            <pc:docMk/>
            <pc:sldMk cId="1819836031" sldId="523"/>
            <ac:spMk id="5" creationId="{8295DCAA-B8D8-AD99-3B95-D974575D0BFE}"/>
          </ac:spMkLst>
        </pc:spChg>
        <pc:spChg chg="del">
          <ac:chgData name="Tim Miller" userId="e118c78a-470c-4863-8b52-3aa598a6a1d5" providerId="ADAL" clId="{F7D8C5D0-A365-4F6B-BF6F-3FC93BBB19C9}" dt="2026-05-14T07:01:12.138" v="6938" actId="478"/>
          <ac:spMkLst>
            <pc:docMk/>
            <pc:sldMk cId="1819836031" sldId="523"/>
            <ac:spMk id="6" creationId="{27F1D7F0-1104-7015-B0A1-E4DEAAC266E5}"/>
          </ac:spMkLst>
        </pc:spChg>
        <pc:spChg chg="add mod">
          <ac:chgData name="Tim Miller" userId="e118c78a-470c-4863-8b52-3aa598a6a1d5" providerId="ADAL" clId="{F7D8C5D0-A365-4F6B-BF6F-3FC93BBB19C9}" dt="2026-05-14T07:04:17.545" v="7111" actId="20577"/>
          <ac:spMkLst>
            <pc:docMk/>
            <pc:sldMk cId="1819836031" sldId="523"/>
            <ac:spMk id="7" creationId="{FA1FBA1D-99F1-0711-033E-BD7C7FA51AAA}"/>
          </ac:spMkLst>
        </pc:spChg>
        <pc:spChg chg="del">
          <ac:chgData name="Tim Miller" userId="e118c78a-470c-4863-8b52-3aa598a6a1d5" providerId="ADAL" clId="{F7D8C5D0-A365-4F6B-BF6F-3FC93BBB19C9}" dt="2026-05-14T07:01:13.264" v="6939" actId="478"/>
          <ac:spMkLst>
            <pc:docMk/>
            <pc:sldMk cId="1819836031" sldId="523"/>
            <ac:spMk id="12" creationId="{A5A2B021-6876-2827-CAAA-409ECB1F8F15}"/>
          </ac:spMkLst>
        </pc:spChg>
      </pc:sldChg>
      <pc:sldChg chg="add modTransition">
        <pc:chgData name="Tim Miller" userId="e118c78a-470c-4863-8b52-3aa598a6a1d5" providerId="ADAL" clId="{F7D8C5D0-A365-4F6B-BF6F-3FC93BBB19C9}" dt="2026-05-14T03:17:54.266" v="2954"/>
        <pc:sldMkLst>
          <pc:docMk/>
          <pc:sldMk cId="2984542188" sldId="524"/>
        </pc:sldMkLst>
      </pc:sldChg>
      <pc:sldChg chg="modSp add mod">
        <pc:chgData name="Tim Miller" userId="e118c78a-470c-4863-8b52-3aa598a6a1d5" providerId="ADAL" clId="{F7D8C5D0-A365-4F6B-BF6F-3FC93BBB19C9}" dt="2026-05-14T03:19:47.778" v="3052" actId="1076"/>
        <pc:sldMkLst>
          <pc:docMk/>
          <pc:sldMk cId="1994153392" sldId="525"/>
        </pc:sldMkLst>
        <pc:spChg chg="mod">
          <ac:chgData name="Tim Miller" userId="e118c78a-470c-4863-8b52-3aa598a6a1d5" providerId="ADAL" clId="{F7D8C5D0-A365-4F6B-BF6F-3FC93BBB19C9}" dt="2026-05-14T03:19:47.778" v="3052" actId="1076"/>
          <ac:spMkLst>
            <pc:docMk/>
            <pc:sldMk cId="1994153392" sldId="525"/>
            <ac:spMk id="39" creationId="{220C2779-9307-3C7D-3FF1-C9BB93AAFE95}"/>
          </ac:spMkLst>
        </pc:spChg>
      </pc:sldChg>
      <pc:sldChg chg="addSp delSp modSp add mod ord">
        <pc:chgData name="Tim Miller" userId="e118c78a-470c-4863-8b52-3aa598a6a1d5" providerId="ADAL" clId="{F7D8C5D0-A365-4F6B-BF6F-3FC93BBB19C9}" dt="2026-05-14T22:50:52.002" v="7883"/>
        <pc:sldMkLst>
          <pc:docMk/>
          <pc:sldMk cId="983528712" sldId="526"/>
        </pc:sldMkLst>
        <pc:spChg chg="add mod">
          <ac:chgData name="Tim Miller" userId="e118c78a-470c-4863-8b52-3aa598a6a1d5" providerId="ADAL" clId="{F7D8C5D0-A365-4F6B-BF6F-3FC93BBB19C9}" dt="2026-05-14T03:23:41.191" v="3234" actId="478"/>
          <ac:spMkLst>
            <pc:docMk/>
            <pc:sldMk cId="983528712" sldId="526"/>
            <ac:spMk id="3" creationId="{0B1A245D-AB29-597F-C1DC-1D57A8A02055}"/>
          </ac:spMkLst>
        </pc:spChg>
        <pc:spChg chg="mod">
          <ac:chgData name="Tim Miller" userId="e118c78a-470c-4863-8b52-3aa598a6a1d5" providerId="ADAL" clId="{F7D8C5D0-A365-4F6B-BF6F-3FC93BBB19C9}" dt="2026-05-14T03:23:37.990" v="3233" actId="20577"/>
          <ac:spMkLst>
            <pc:docMk/>
            <pc:sldMk cId="983528712" sldId="526"/>
            <ac:spMk id="4" creationId="{D42CCD2C-DA4B-3414-52FE-4B75AEC2CC98}"/>
          </ac:spMkLst>
        </pc:spChg>
        <pc:spChg chg="add mod">
          <ac:chgData name="Tim Miller" userId="e118c78a-470c-4863-8b52-3aa598a6a1d5" providerId="ADAL" clId="{F7D8C5D0-A365-4F6B-BF6F-3FC93BBB19C9}" dt="2026-05-14T03:24:45.214" v="3306" actId="403"/>
          <ac:spMkLst>
            <pc:docMk/>
            <pc:sldMk cId="983528712" sldId="526"/>
            <ac:spMk id="5" creationId="{8F34BF52-9622-C6B6-F3EF-04D1F6234DDC}"/>
          </ac:spMkLst>
        </pc:spChg>
        <pc:spChg chg="mod">
          <ac:chgData name="Tim Miller" userId="e118c78a-470c-4863-8b52-3aa598a6a1d5" providerId="ADAL" clId="{F7D8C5D0-A365-4F6B-BF6F-3FC93BBB19C9}" dt="2026-05-14T03:24:48.440" v="3307" actId="1076"/>
          <ac:spMkLst>
            <pc:docMk/>
            <pc:sldMk cId="983528712" sldId="526"/>
            <ac:spMk id="7" creationId="{9126DDEE-CB0F-D1C1-C8B0-6796877A9389}"/>
          </ac:spMkLst>
        </pc:spChg>
        <pc:spChg chg="del">
          <ac:chgData name="Tim Miller" userId="e118c78a-470c-4863-8b52-3aa598a6a1d5" providerId="ADAL" clId="{F7D8C5D0-A365-4F6B-BF6F-3FC93BBB19C9}" dt="2026-05-14T03:23:47.811" v="3237" actId="478"/>
          <ac:spMkLst>
            <pc:docMk/>
            <pc:sldMk cId="983528712" sldId="526"/>
            <ac:spMk id="8" creationId="{250FA3B1-3814-647D-0449-A20887DFD134}"/>
          </ac:spMkLst>
        </pc:spChg>
        <pc:spChg chg="del">
          <ac:chgData name="Tim Miller" userId="e118c78a-470c-4863-8b52-3aa598a6a1d5" providerId="ADAL" clId="{F7D8C5D0-A365-4F6B-BF6F-3FC93BBB19C9}" dt="2026-05-14T03:23:41.191" v="3234" actId="478"/>
          <ac:spMkLst>
            <pc:docMk/>
            <pc:sldMk cId="983528712" sldId="526"/>
            <ac:spMk id="10" creationId="{57C6B314-1F45-9EA1-9276-162AF728BAC3}"/>
          </ac:spMkLst>
        </pc:spChg>
        <pc:spChg chg="del">
          <ac:chgData name="Tim Miller" userId="e118c78a-470c-4863-8b52-3aa598a6a1d5" providerId="ADAL" clId="{F7D8C5D0-A365-4F6B-BF6F-3FC93BBB19C9}" dt="2026-05-14T03:23:49.304" v="3238" actId="478"/>
          <ac:spMkLst>
            <pc:docMk/>
            <pc:sldMk cId="983528712" sldId="526"/>
            <ac:spMk id="11" creationId="{4C721028-7087-B0E3-C473-76A50B1549F2}"/>
          </ac:spMkLst>
        </pc:spChg>
        <pc:spChg chg="del mod">
          <ac:chgData name="Tim Miller" userId="e118c78a-470c-4863-8b52-3aa598a6a1d5" providerId="ADAL" clId="{F7D8C5D0-A365-4F6B-BF6F-3FC93BBB19C9}" dt="2026-05-14T03:23:46.177" v="3236" actId="478"/>
          <ac:spMkLst>
            <pc:docMk/>
            <pc:sldMk cId="983528712" sldId="526"/>
            <ac:spMk id="12" creationId="{FA8218CF-8F8E-01B2-59A9-F7B29F07B301}"/>
          </ac:spMkLst>
        </pc:spChg>
        <pc:picChg chg="del">
          <ac:chgData name="Tim Miller" userId="e118c78a-470c-4863-8b52-3aa598a6a1d5" providerId="ADAL" clId="{F7D8C5D0-A365-4F6B-BF6F-3FC93BBB19C9}" dt="2026-05-14T03:24:26.334" v="3295" actId="478"/>
          <ac:picMkLst>
            <pc:docMk/>
            <pc:sldMk cId="983528712" sldId="526"/>
            <ac:picMk id="1026" creationId="{B1CDECC9-447E-0E8F-83EB-D4F7BD764C88}"/>
          </ac:picMkLst>
        </pc:picChg>
      </pc:sldChg>
      <pc:sldChg chg="addSp delSp modSp add mod ord modAnim">
        <pc:chgData name="Tim Miller" userId="e118c78a-470c-4863-8b52-3aa598a6a1d5" providerId="ADAL" clId="{F7D8C5D0-A365-4F6B-BF6F-3FC93BBB19C9}" dt="2026-05-14T06:09:26.312" v="3618" actId="20577"/>
        <pc:sldMkLst>
          <pc:docMk/>
          <pc:sldMk cId="3258766520" sldId="527"/>
        </pc:sldMkLst>
        <pc:spChg chg="mod">
          <ac:chgData name="Tim Miller" userId="e118c78a-470c-4863-8b52-3aa598a6a1d5" providerId="ADAL" clId="{F7D8C5D0-A365-4F6B-BF6F-3FC93BBB19C9}" dt="2026-05-14T06:09:26.312" v="3618" actId="20577"/>
          <ac:spMkLst>
            <pc:docMk/>
            <pc:sldMk cId="3258766520" sldId="527"/>
            <ac:spMk id="3" creationId="{C71D7F7D-6F8C-BC9A-23C7-F9ED3FB21109}"/>
          </ac:spMkLst>
        </pc:spChg>
        <pc:spChg chg="del">
          <ac:chgData name="Tim Miller" userId="e118c78a-470c-4863-8b52-3aa598a6a1d5" providerId="ADAL" clId="{F7D8C5D0-A365-4F6B-BF6F-3FC93BBB19C9}" dt="2026-05-14T05:54:39.456" v="3357" actId="478"/>
          <ac:spMkLst>
            <pc:docMk/>
            <pc:sldMk cId="3258766520" sldId="527"/>
            <ac:spMk id="5" creationId="{17F9022B-03F7-A5AB-3D2D-E8170493C388}"/>
          </ac:spMkLst>
        </pc:spChg>
        <pc:spChg chg="add del">
          <ac:chgData name="Tim Miller" userId="e118c78a-470c-4863-8b52-3aa598a6a1d5" providerId="ADAL" clId="{F7D8C5D0-A365-4F6B-BF6F-3FC93BBB19C9}" dt="2026-05-14T05:54:41.294" v="3360" actId="22"/>
          <ac:spMkLst>
            <pc:docMk/>
            <pc:sldMk cId="3258766520" sldId="527"/>
            <ac:spMk id="6" creationId="{999EAB7F-9B2F-3609-818F-AD142CCAAA77}"/>
          </ac:spMkLst>
        </pc:spChg>
        <pc:spChg chg="del mod">
          <ac:chgData name="Tim Miller" userId="e118c78a-470c-4863-8b52-3aa598a6a1d5" providerId="ADAL" clId="{F7D8C5D0-A365-4F6B-BF6F-3FC93BBB19C9}" dt="2026-05-14T05:55:53.894" v="3378" actId="478"/>
          <ac:spMkLst>
            <pc:docMk/>
            <pc:sldMk cId="3258766520" sldId="527"/>
            <ac:spMk id="7" creationId="{62E9B53E-EDF3-9F76-4DD6-343E9C80EBC8}"/>
          </ac:spMkLst>
        </pc:spChg>
        <pc:picChg chg="add del mod modCrop">
          <ac:chgData name="Tim Miller" userId="e118c78a-470c-4863-8b52-3aa598a6a1d5" providerId="ADAL" clId="{F7D8C5D0-A365-4F6B-BF6F-3FC93BBB19C9}" dt="2026-05-14T05:55:06.635" v="3366" actId="21"/>
          <ac:picMkLst>
            <pc:docMk/>
            <pc:sldMk cId="3258766520" sldId="527"/>
            <ac:picMk id="9" creationId="{E3836696-ADEE-0C91-FDF4-CF67A674C954}"/>
          </ac:picMkLst>
        </pc:picChg>
        <pc:picChg chg="add del mod modCrop">
          <ac:chgData name="Tim Miller" userId="e118c78a-470c-4863-8b52-3aa598a6a1d5" providerId="ADAL" clId="{F7D8C5D0-A365-4F6B-BF6F-3FC93BBB19C9}" dt="2026-05-14T06:01:51.530" v="3381" actId="478"/>
          <ac:picMkLst>
            <pc:docMk/>
            <pc:sldMk cId="3258766520" sldId="527"/>
            <ac:picMk id="10" creationId="{E3836696-ADEE-0C91-FDF4-CF67A674C954}"/>
          </ac:picMkLst>
        </pc:picChg>
        <pc:picChg chg="add mod modCrop">
          <ac:chgData name="Tim Miller" userId="e118c78a-470c-4863-8b52-3aa598a6a1d5" providerId="ADAL" clId="{F7D8C5D0-A365-4F6B-BF6F-3FC93BBB19C9}" dt="2026-05-14T06:02:59.321" v="3397" actId="1076"/>
          <ac:picMkLst>
            <pc:docMk/>
            <pc:sldMk cId="3258766520" sldId="527"/>
            <ac:picMk id="12" creationId="{CD7A61F6-B367-FAB9-27D0-FAA03D55E60F}"/>
          </ac:picMkLst>
        </pc:picChg>
      </pc:sldChg>
      <pc:sldChg chg="modSp add mod">
        <pc:chgData name="Tim Miller" userId="e118c78a-470c-4863-8b52-3aa598a6a1d5" providerId="ADAL" clId="{F7D8C5D0-A365-4F6B-BF6F-3FC93BBB19C9}" dt="2026-05-14T06:06:58.534" v="3492" actId="20577"/>
        <pc:sldMkLst>
          <pc:docMk/>
          <pc:sldMk cId="1127758973" sldId="528"/>
        </pc:sldMkLst>
        <pc:spChg chg="mod">
          <ac:chgData name="Tim Miller" userId="e118c78a-470c-4863-8b52-3aa598a6a1d5" providerId="ADAL" clId="{F7D8C5D0-A365-4F6B-BF6F-3FC93BBB19C9}" dt="2026-05-14T06:06:58.534" v="3492" actId="20577"/>
          <ac:spMkLst>
            <pc:docMk/>
            <pc:sldMk cId="1127758973" sldId="528"/>
            <ac:spMk id="39" creationId="{CD2C9A1E-32FB-62A6-2BDC-E115201BD741}"/>
          </ac:spMkLst>
        </pc:spChg>
      </pc:sldChg>
      <pc:sldChg chg="modSp new mod">
        <pc:chgData name="Tim Miller" userId="e118c78a-470c-4863-8b52-3aa598a6a1d5" providerId="ADAL" clId="{F7D8C5D0-A365-4F6B-BF6F-3FC93BBB19C9}" dt="2026-05-14T06:10:19.349" v="3645" actId="20577"/>
        <pc:sldMkLst>
          <pc:docMk/>
          <pc:sldMk cId="3619296600" sldId="529"/>
        </pc:sldMkLst>
        <pc:spChg chg="mod">
          <ac:chgData name="Tim Miller" userId="e118c78a-470c-4863-8b52-3aa598a6a1d5" providerId="ADAL" clId="{F7D8C5D0-A365-4F6B-BF6F-3FC93BBB19C9}" dt="2026-05-14T06:10:19.349" v="3645" actId="20577"/>
          <ac:spMkLst>
            <pc:docMk/>
            <pc:sldMk cId="3619296600" sldId="529"/>
            <ac:spMk id="3" creationId="{B8195226-4C90-6D32-17D8-DE34B4F1BB0E}"/>
          </ac:spMkLst>
        </pc:spChg>
      </pc:sldChg>
      <pc:sldChg chg="addSp delSp modSp add mod">
        <pc:chgData name="Tim Miller" userId="e118c78a-470c-4863-8b52-3aa598a6a1d5" providerId="ADAL" clId="{F7D8C5D0-A365-4F6B-BF6F-3FC93BBB19C9}" dt="2026-05-14T07:11:56.351" v="7421" actId="14100"/>
        <pc:sldMkLst>
          <pc:docMk/>
          <pc:sldMk cId="1523561719" sldId="530"/>
        </pc:sldMkLst>
        <pc:spChg chg="mod">
          <ac:chgData name="Tim Miller" userId="e118c78a-470c-4863-8b52-3aa598a6a1d5" providerId="ADAL" clId="{F7D8C5D0-A365-4F6B-BF6F-3FC93BBB19C9}" dt="2026-05-14T07:10:32.556" v="7408" actId="20577"/>
          <ac:spMkLst>
            <pc:docMk/>
            <pc:sldMk cId="1523561719" sldId="530"/>
            <ac:spMk id="3" creationId="{B0B83F7D-71D8-FC64-A52A-B05B42967231}"/>
          </ac:spMkLst>
        </pc:spChg>
        <pc:spChg chg="add del mod">
          <ac:chgData name="Tim Miller" userId="e118c78a-470c-4863-8b52-3aa598a6a1d5" providerId="ADAL" clId="{F7D8C5D0-A365-4F6B-BF6F-3FC93BBB19C9}" dt="2026-05-14T07:11:05.686" v="7413" actId="478"/>
          <ac:spMkLst>
            <pc:docMk/>
            <pc:sldMk cId="1523561719" sldId="530"/>
            <ac:spMk id="7" creationId="{4046F75F-257F-C10D-8DD6-1B557F9FC777}"/>
          </ac:spMkLst>
        </pc:spChg>
        <pc:spChg chg="mod">
          <ac:chgData name="Tim Miller" userId="e118c78a-470c-4863-8b52-3aa598a6a1d5" providerId="ADAL" clId="{F7D8C5D0-A365-4F6B-BF6F-3FC93BBB19C9}" dt="2026-05-14T07:11:56.351" v="7421" actId="14100"/>
          <ac:spMkLst>
            <pc:docMk/>
            <pc:sldMk cId="1523561719" sldId="530"/>
            <ac:spMk id="32" creationId="{7DEE53A6-2F88-E240-2440-2FD50A7314DE}"/>
          </ac:spMkLst>
        </pc:spChg>
        <pc:picChg chg="add mod ord modCrop">
          <ac:chgData name="Tim Miller" userId="e118c78a-470c-4863-8b52-3aa598a6a1d5" providerId="ADAL" clId="{F7D8C5D0-A365-4F6B-BF6F-3FC93BBB19C9}" dt="2026-05-14T07:11:51.530" v="7420" actId="1076"/>
          <ac:picMkLst>
            <pc:docMk/>
            <pc:sldMk cId="1523561719" sldId="530"/>
            <ac:picMk id="6" creationId="{43C5464B-4621-CB65-05E6-3258223AA5F3}"/>
          </ac:picMkLst>
        </pc:picChg>
      </pc:sldChg>
      <pc:sldChg chg="modSp add mod">
        <pc:chgData name="Tim Miller" userId="e118c78a-470c-4863-8b52-3aa598a6a1d5" providerId="ADAL" clId="{F7D8C5D0-A365-4F6B-BF6F-3FC93BBB19C9}" dt="2026-05-14T06:14:19.063" v="3816" actId="1076"/>
        <pc:sldMkLst>
          <pc:docMk/>
          <pc:sldMk cId="464433832" sldId="531"/>
        </pc:sldMkLst>
        <pc:spChg chg="mod">
          <ac:chgData name="Tim Miller" userId="e118c78a-470c-4863-8b52-3aa598a6a1d5" providerId="ADAL" clId="{F7D8C5D0-A365-4F6B-BF6F-3FC93BBB19C9}" dt="2026-05-14T06:14:19.063" v="3816" actId="1076"/>
          <ac:spMkLst>
            <pc:docMk/>
            <pc:sldMk cId="464433832" sldId="531"/>
            <ac:spMk id="3" creationId="{433FECCF-818D-46F4-1CE0-946189704FA1}"/>
          </ac:spMkLst>
        </pc:spChg>
      </pc:sldChg>
      <pc:sldChg chg="add del">
        <pc:chgData name="Tim Miller" userId="e118c78a-470c-4863-8b52-3aa598a6a1d5" providerId="ADAL" clId="{F7D8C5D0-A365-4F6B-BF6F-3FC93BBB19C9}" dt="2026-05-14T06:13:37.373" v="3779"/>
        <pc:sldMkLst>
          <pc:docMk/>
          <pc:sldMk cId="3145351737" sldId="531"/>
        </pc:sldMkLst>
      </pc:sldChg>
      <pc:sldChg chg="addSp delSp modSp add mod delAnim modAnim">
        <pc:chgData name="Tim Miller" userId="e118c78a-470c-4863-8b52-3aa598a6a1d5" providerId="ADAL" clId="{F7D8C5D0-A365-4F6B-BF6F-3FC93BBB19C9}" dt="2026-05-14T06:18:45.509" v="4086" actId="207"/>
        <pc:sldMkLst>
          <pc:docMk/>
          <pc:sldMk cId="2170882441" sldId="532"/>
        </pc:sldMkLst>
        <pc:spChg chg="add mod">
          <ac:chgData name="Tim Miller" userId="e118c78a-470c-4863-8b52-3aa598a6a1d5" providerId="ADAL" clId="{F7D8C5D0-A365-4F6B-BF6F-3FC93BBB19C9}" dt="2026-05-14T06:14:50.437" v="3844"/>
          <ac:spMkLst>
            <pc:docMk/>
            <pc:sldMk cId="2170882441" sldId="532"/>
            <ac:spMk id="2" creationId="{927977AC-6310-6F67-EB32-B35979013902}"/>
          </ac:spMkLst>
        </pc:spChg>
        <pc:spChg chg="mod">
          <ac:chgData name="Tim Miller" userId="e118c78a-470c-4863-8b52-3aa598a6a1d5" providerId="ADAL" clId="{F7D8C5D0-A365-4F6B-BF6F-3FC93BBB19C9}" dt="2026-05-14T06:14:43.192" v="3843" actId="20577"/>
          <ac:spMkLst>
            <pc:docMk/>
            <pc:sldMk cId="2170882441" sldId="532"/>
            <ac:spMk id="3" creationId="{252030D3-D1C5-92BA-2DF5-757F1A20E389}"/>
          </ac:spMkLst>
        </pc:spChg>
        <pc:spChg chg="add mod">
          <ac:chgData name="Tim Miller" userId="e118c78a-470c-4863-8b52-3aa598a6a1d5" providerId="ADAL" clId="{F7D8C5D0-A365-4F6B-BF6F-3FC93BBB19C9}" dt="2026-05-14T06:14:50.437" v="3844"/>
          <ac:spMkLst>
            <pc:docMk/>
            <pc:sldMk cId="2170882441" sldId="532"/>
            <ac:spMk id="6" creationId="{27B21CB1-A112-B8F7-D0E7-7CE3E239676A}"/>
          </ac:spMkLst>
        </pc:spChg>
        <pc:spChg chg="add mod">
          <ac:chgData name="Tim Miller" userId="e118c78a-470c-4863-8b52-3aa598a6a1d5" providerId="ADAL" clId="{F7D8C5D0-A365-4F6B-BF6F-3FC93BBB19C9}" dt="2026-05-14T06:16:39.822" v="4048" actId="2085"/>
          <ac:spMkLst>
            <pc:docMk/>
            <pc:sldMk cId="2170882441" sldId="532"/>
            <ac:spMk id="8" creationId="{7CD977E9-9F2B-EF6A-AEED-9A6E4D7C9778}"/>
          </ac:spMkLst>
        </pc:spChg>
        <pc:spChg chg="add mod">
          <ac:chgData name="Tim Miller" userId="e118c78a-470c-4863-8b52-3aa598a6a1d5" providerId="ADAL" clId="{F7D8C5D0-A365-4F6B-BF6F-3FC93BBB19C9}" dt="2026-05-14T06:16:39.822" v="4048" actId="2085"/>
          <ac:spMkLst>
            <pc:docMk/>
            <pc:sldMk cId="2170882441" sldId="532"/>
            <ac:spMk id="9" creationId="{C79DAC5B-8F0A-7472-90A8-8EDE3F3730DD}"/>
          </ac:spMkLst>
        </pc:spChg>
        <pc:spChg chg="add mod">
          <ac:chgData name="Tim Miller" userId="e118c78a-470c-4863-8b52-3aa598a6a1d5" providerId="ADAL" clId="{F7D8C5D0-A365-4F6B-BF6F-3FC93BBB19C9}" dt="2026-05-14T06:16:58.886" v="4053" actId="1076"/>
          <ac:spMkLst>
            <pc:docMk/>
            <pc:sldMk cId="2170882441" sldId="532"/>
            <ac:spMk id="10" creationId="{BE3CEE45-660C-37DE-2FF8-ABDA173F33A5}"/>
          </ac:spMkLst>
        </pc:spChg>
        <pc:spChg chg="add mod">
          <ac:chgData name="Tim Miller" userId="e118c78a-470c-4863-8b52-3aa598a6a1d5" providerId="ADAL" clId="{F7D8C5D0-A365-4F6B-BF6F-3FC93BBB19C9}" dt="2026-05-14T06:16:55.495" v="4052" actId="571"/>
          <ac:spMkLst>
            <pc:docMk/>
            <pc:sldMk cId="2170882441" sldId="532"/>
            <ac:spMk id="11" creationId="{D98B61F5-62CF-6838-127F-D4E4CC0F4D73}"/>
          </ac:spMkLst>
        </pc:spChg>
        <pc:spChg chg="add mod">
          <ac:chgData name="Tim Miller" userId="e118c78a-470c-4863-8b52-3aa598a6a1d5" providerId="ADAL" clId="{F7D8C5D0-A365-4F6B-BF6F-3FC93BBB19C9}" dt="2026-05-14T06:18:38.086" v="4085" actId="207"/>
          <ac:spMkLst>
            <pc:docMk/>
            <pc:sldMk cId="2170882441" sldId="532"/>
            <ac:spMk id="12" creationId="{C04D8C08-4051-F4A2-A208-680C2DCDF2E1}"/>
          </ac:spMkLst>
        </pc:spChg>
        <pc:spChg chg="add mod">
          <ac:chgData name="Tim Miller" userId="e118c78a-470c-4863-8b52-3aa598a6a1d5" providerId="ADAL" clId="{F7D8C5D0-A365-4F6B-BF6F-3FC93BBB19C9}" dt="2026-05-14T06:18:45.509" v="4086" actId="207"/>
          <ac:spMkLst>
            <pc:docMk/>
            <pc:sldMk cId="2170882441" sldId="532"/>
            <ac:spMk id="13" creationId="{AC05EE7D-D048-AFDC-C7C9-4DE0F01BBDBC}"/>
          </ac:spMkLst>
        </pc:spChg>
        <pc:spChg chg="mod">
          <ac:chgData name="Tim Miller" userId="e118c78a-470c-4863-8b52-3aa598a6a1d5" providerId="ADAL" clId="{F7D8C5D0-A365-4F6B-BF6F-3FC93BBB19C9}" dt="2026-05-14T06:15:25.861" v="4004" actId="20577"/>
          <ac:spMkLst>
            <pc:docMk/>
            <pc:sldMk cId="2170882441" sldId="532"/>
            <ac:spMk id="32" creationId="{1A042495-E699-ACD3-94B3-BE0575781C4B}"/>
          </ac:spMkLst>
        </pc:spChg>
        <pc:picChg chg="add del mod">
          <ac:chgData name="Tim Miller" userId="e118c78a-470c-4863-8b52-3aa598a6a1d5" providerId="ADAL" clId="{F7D8C5D0-A365-4F6B-BF6F-3FC93BBB19C9}" dt="2026-05-14T06:15:37.343" v="4008" actId="478"/>
          <ac:picMkLst>
            <pc:docMk/>
            <pc:sldMk cId="2170882441" sldId="532"/>
            <ac:picMk id="7" creationId="{E6757995-521B-D783-26D3-D1BF60901182}"/>
          </ac:picMkLst>
        </pc:picChg>
        <pc:cxnChg chg="add mod">
          <ac:chgData name="Tim Miller" userId="e118c78a-470c-4863-8b52-3aa598a6a1d5" providerId="ADAL" clId="{F7D8C5D0-A365-4F6B-BF6F-3FC93BBB19C9}" dt="2026-05-14T06:17:55.060" v="4082" actId="208"/>
          <ac:cxnSpMkLst>
            <pc:docMk/>
            <pc:sldMk cId="2170882441" sldId="532"/>
            <ac:cxnSpMk id="15" creationId="{ACD83302-E47F-EB8D-82EA-B7032E229FF7}"/>
          </ac:cxnSpMkLst>
        </pc:cxnChg>
      </pc:sldChg>
      <pc:sldChg chg="addSp delSp modSp add mod">
        <pc:chgData name="Tim Miller" userId="e118c78a-470c-4863-8b52-3aa598a6a1d5" providerId="ADAL" clId="{F7D8C5D0-A365-4F6B-BF6F-3FC93BBB19C9}" dt="2026-05-14T06:20:30.531" v="4295" actId="1076"/>
        <pc:sldMkLst>
          <pc:docMk/>
          <pc:sldMk cId="940430005" sldId="533"/>
        </pc:sldMkLst>
        <pc:spChg chg="add mod">
          <ac:chgData name="Tim Miller" userId="e118c78a-470c-4863-8b52-3aa598a6a1d5" providerId="ADAL" clId="{F7D8C5D0-A365-4F6B-BF6F-3FC93BBB19C9}" dt="2026-05-14T06:20:30.531" v="4295" actId="1076"/>
          <ac:spMkLst>
            <pc:docMk/>
            <pc:sldMk cId="940430005" sldId="533"/>
            <ac:spMk id="2" creationId="{86A8E149-3728-74C6-8899-2B93DE99AD74}"/>
          </ac:spMkLst>
        </pc:spChg>
        <pc:spChg chg="mod">
          <ac:chgData name="Tim Miller" userId="e118c78a-470c-4863-8b52-3aa598a6a1d5" providerId="ADAL" clId="{F7D8C5D0-A365-4F6B-BF6F-3FC93BBB19C9}" dt="2026-05-14T06:19:11.849" v="4111" actId="20577"/>
          <ac:spMkLst>
            <pc:docMk/>
            <pc:sldMk cId="940430005" sldId="533"/>
            <ac:spMk id="3" creationId="{EC635FE3-6460-F924-9302-29DCBB2E7D30}"/>
          </ac:spMkLst>
        </pc:spChg>
        <pc:spChg chg="add mod">
          <ac:chgData name="Tim Miller" userId="e118c78a-470c-4863-8b52-3aa598a6a1d5" providerId="ADAL" clId="{F7D8C5D0-A365-4F6B-BF6F-3FC93BBB19C9}" dt="2026-05-14T06:20:30.531" v="4295" actId="1076"/>
          <ac:spMkLst>
            <pc:docMk/>
            <pc:sldMk cId="940430005" sldId="533"/>
            <ac:spMk id="6" creationId="{8747C96B-67EE-CD9E-EE44-096FC6C943AD}"/>
          </ac:spMkLst>
        </pc:spChg>
        <pc:spChg chg="add mod">
          <ac:chgData name="Tim Miller" userId="e118c78a-470c-4863-8b52-3aa598a6a1d5" providerId="ADAL" clId="{F7D8C5D0-A365-4F6B-BF6F-3FC93BBB19C9}" dt="2026-05-14T06:20:30.531" v="4295" actId="1076"/>
          <ac:spMkLst>
            <pc:docMk/>
            <pc:sldMk cId="940430005" sldId="533"/>
            <ac:spMk id="7" creationId="{98C07798-AFAE-2BB5-8EDF-0764160650F2}"/>
          </ac:spMkLst>
        </pc:spChg>
        <pc:spChg chg="del">
          <ac:chgData name="Tim Miller" userId="e118c78a-470c-4863-8b52-3aa598a6a1d5" providerId="ADAL" clId="{F7D8C5D0-A365-4F6B-BF6F-3FC93BBB19C9}" dt="2026-05-14T06:19:44.229" v="4161" actId="478"/>
          <ac:spMkLst>
            <pc:docMk/>
            <pc:sldMk cId="940430005" sldId="533"/>
            <ac:spMk id="8" creationId="{149AD552-E587-043C-7339-2624657BFEAF}"/>
          </ac:spMkLst>
        </pc:spChg>
        <pc:spChg chg="del">
          <ac:chgData name="Tim Miller" userId="e118c78a-470c-4863-8b52-3aa598a6a1d5" providerId="ADAL" clId="{F7D8C5D0-A365-4F6B-BF6F-3FC93BBB19C9}" dt="2026-05-14T06:19:44.229" v="4161" actId="478"/>
          <ac:spMkLst>
            <pc:docMk/>
            <pc:sldMk cId="940430005" sldId="533"/>
            <ac:spMk id="9" creationId="{92934035-0373-7A87-7AC4-E0491164783C}"/>
          </ac:spMkLst>
        </pc:spChg>
        <pc:spChg chg="del">
          <ac:chgData name="Tim Miller" userId="e118c78a-470c-4863-8b52-3aa598a6a1d5" providerId="ADAL" clId="{F7D8C5D0-A365-4F6B-BF6F-3FC93BBB19C9}" dt="2026-05-14T06:19:44.229" v="4161" actId="478"/>
          <ac:spMkLst>
            <pc:docMk/>
            <pc:sldMk cId="940430005" sldId="533"/>
            <ac:spMk id="10" creationId="{BC80B93E-ABE8-A5AF-AEBE-9D97C1EA79E3}"/>
          </ac:spMkLst>
        </pc:spChg>
        <pc:spChg chg="del">
          <ac:chgData name="Tim Miller" userId="e118c78a-470c-4863-8b52-3aa598a6a1d5" providerId="ADAL" clId="{F7D8C5D0-A365-4F6B-BF6F-3FC93BBB19C9}" dt="2026-05-14T06:19:44.229" v="4161" actId="478"/>
          <ac:spMkLst>
            <pc:docMk/>
            <pc:sldMk cId="940430005" sldId="533"/>
            <ac:spMk id="11" creationId="{606C1B3D-5ECB-C0A9-1D69-47A2A2FDC6CB}"/>
          </ac:spMkLst>
        </pc:spChg>
        <pc:spChg chg="del">
          <ac:chgData name="Tim Miller" userId="e118c78a-470c-4863-8b52-3aa598a6a1d5" providerId="ADAL" clId="{F7D8C5D0-A365-4F6B-BF6F-3FC93BBB19C9}" dt="2026-05-14T06:19:44.229" v="4161" actId="478"/>
          <ac:spMkLst>
            <pc:docMk/>
            <pc:sldMk cId="940430005" sldId="533"/>
            <ac:spMk id="12" creationId="{D1A4B299-A8E4-C41C-A02B-A1D6F7DD9025}"/>
          </ac:spMkLst>
        </pc:spChg>
        <pc:spChg chg="del">
          <ac:chgData name="Tim Miller" userId="e118c78a-470c-4863-8b52-3aa598a6a1d5" providerId="ADAL" clId="{F7D8C5D0-A365-4F6B-BF6F-3FC93BBB19C9}" dt="2026-05-14T06:19:44.229" v="4161" actId="478"/>
          <ac:spMkLst>
            <pc:docMk/>
            <pc:sldMk cId="940430005" sldId="533"/>
            <ac:spMk id="13" creationId="{EA38E64D-4BA0-21F7-8979-C961E126B7AA}"/>
          </ac:spMkLst>
        </pc:spChg>
        <pc:spChg chg="add mod">
          <ac:chgData name="Tim Miller" userId="e118c78a-470c-4863-8b52-3aa598a6a1d5" providerId="ADAL" clId="{F7D8C5D0-A365-4F6B-BF6F-3FC93BBB19C9}" dt="2026-05-14T06:20:30.531" v="4295" actId="1076"/>
          <ac:spMkLst>
            <pc:docMk/>
            <pc:sldMk cId="940430005" sldId="533"/>
            <ac:spMk id="14" creationId="{62661A6A-17BE-C6C7-A5E5-7C8908900A6D}"/>
          </ac:spMkLst>
        </pc:spChg>
        <pc:spChg chg="add mod">
          <ac:chgData name="Tim Miller" userId="e118c78a-470c-4863-8b52-3aa598a6a1d5" providerId="ADAL" clId="{F7D8C5D0-A365-4F6B-BF6F-3FC93BBB19C9}" dt="2026-05-14T06:20:30.531" v="4295" actId="1076"/>
          <ac:spMkLst>
            <pc:docMk/>
            <pc:sldMk cId="940430005" sldId="533"/>
            <ac:spMk id="16" creationId="{8B484B8B-2E74-61B2-AAD9-3CE885587D1E}"/>
          </ac:spMkLst>
        </pc:spChg>
        <pc:spChg chg="mod">
          <ac:chgData name="Tim Miller" userId="e118c78a-470c-4863-8b52-3aa598a6a1d5" providerId="ADAL" clId="{F7D8C5D0-A365-4F6B-BF6F-3FC93BBB19C9}" dt="2026-05-14T06:20:30.531" v="4295" actId="1076"/>
          <ac:spMkLst>
            <pc:docMk/>
            <pc:sldMk cId="940430005" sldId="533"/>
            <ac:spMk id="32" creationId="{4E782B1D-A158-40BD-63C3-DC37197A6A3F}"/>
          </ac:spMkLst>
        </pc:spChg>
        <pc:cxnChg chg="del">
          <ac:chgData name="Tim Miller" userId="e118c78a-470c-4863-8b52-3aa598a6a1d5" providerId="ADAL" clId="{F7D8C5D0-A365-4F6B-BF6F-3FC93BBB19C9}" dt="2026-05-14T06:19:44.229" v="4161" actId="478"/>
          <ac:cxnSpMkLst>
            <pc:docMk/>
            <pc:sldMk cId="940430005" sldId="533"/>
            <ac:cxnSpMk id="15" creationId="{B2863E22-EE78-91C3-5F6F-B0B922A71C03}"/>
          </ac:cxnSpMkLst>
        </pc:cxnChg>
      </pc:sldChg>
      <pc:sldChg chg="addSp modSp add mod modTransition">
        <pc:chgData name="Tim Miller" userId="e118c78a-470c-4863-8b52-3aa598a6a1d5" providerId="ADAL" clId="{F7D8C5D0-A365-4F6B-BF6F-3FC93BBB19C9}" dt="2026-05-14T06:22:20.619" v="4319" actId="465"/>
        <pc:sldMkLst>
          <pc:docMk/>
          <pc:sldMk cId="2209863282" sldId="534"/>
        </pc:sldMkLst>
        <pc:spChg chg="mod">
          <ac:chgData name="Tim Miller" userId="e118c78a-470c-4863-8b52-3aa598a6a1d5" providerId="ADAL" clId="{F7D8C5D0-A365-4F6B-BF6F-3FC93BBB19C9}" dt="2026-05-14T06:22:20.619" v="4319" actId="465"/>
          <ac:spMkLst>
            <pc:docMk/>
            <pc:sldMk cId="2209863282" sldId="534"/>
            <ac:spMk id="2" creationId="{EC25AE6B-30BB-CD77-5BD0-631CA09B8AB4}"/>
          </ac:spMkLst>
        </pc:spChg>
        <pc:spChg chg="mod">
          <ac:chgData name="Tim Miller" userId="e118c78a-470c-4863-8b52-3aa598a6a1d5" providerId="ADAL" clId="{F7D8C5D0-A365-4F6B-BF6F-3FC93BBB19C9}" dt="2026-05-14T06:21:42.652" v="4313" actId="552"/>
          <ac:spMkLst>
            <pc:docMk/>
            <pc:sldMk cId="2209863282" sldId="534"/>
            <ac:spMk id="6" creationId="{CC10D9E2-A0FB-E1ED-CF21-9C0F3E7D057B}"/>
          </ac:spMkLst>
        </pc:spChg>
        <pc:spChg chg="mod">
          <ac:chgData name="Tim Miller" userId="e118c78a-470c-4863-8b52-3aa598a6a1d5" providerId="ADAL" clId="{F7D8C5D0-A365-4F6B-BF6F-3FC93BBB19C9}" dt="2026-05-14T06:22:20.619" v="4319" actId="465"/>
          <ac:spMkLst>
            <pc:docMk/>
            <pc:sldMk cId="2209863282" sldId="534"/>
            <ac:spMk id="7" creationId="{AAF1F711-D670-7B9C-3DE9-284077C1A029}"/>
          </ac:spMkLst>
        </pc:spChg>
        <pc:spChg chg="add mod">
          <ac:chgData name="Tim Miller" userId="e118c78a-470c-4863-8b52-3aa598a6a1d5" providerId="ADAL" clId="{F7D8C5D0-A365-4F6B-BF6F-3FC93BBB19C9}" dt="2026-05-14T06:21:23.041" v="4310" actId="571"/>
          <ac:spMkLst>
            <pc:docMk/>
            <pc:sldMk cId="2209863282" sldId="534"/>
            <ac:spMk id="8" creationId="{ABD8E38A-906C-A2F0-F247-F33A526C21E4}"/>
          </ac:spMkLst>
        </pc:spChg>
        <pc:spChg chg="add mod">
          <ac:chgData name="Tim Miller" userId="e118c78a-470c-4863-8b52-3aa598a6a1d5" providerId="ADAL" clId="{F7D8C5D0-A365-4F6B-BF6F-3FC93BBB19C9}" dt="2026-05-14T06:21:23.041" v="4310" actId="571"/>
          <ac:spMkLst>
            <pc:docMk/>
            <pc:sldMk cId="2209863282" sldId="534"/>
            <ac:spMk id="9" creationId="{4046637B-5ED5-1007-6B5D-66F869C4D675}"/>
          </ac:spMkLst>
        </pc:spChg>
        <pc:spChg chg="mod">
          <ac:chgData name="Tim Miller" userId="e118c78a-470c-4863-8b52-3aa598a6a1d5" providerId="ADAL" clId="{F7D8C5D0-A365-4F6B-BF6F-3FC93BBB19C9}" dt="2026-05-14T06:21:42.652" v="4313" actId="552"/>
          <ac:spMkLst>
            <pc:docMk/>
            <pc:sldMk cId="2209863282" sldId="534"/>
            <ac:spMk id="14" creationId="{E355CEC3-CE38-603C-DEEC-27237FAA0CCB}"/>
          </ac:spMkLst>
        </pc:spChg>
        <pc:spChg chg="mod">
          <ac:chgData name="Tim Miller" userId="e118c78a-470c-4863-8b52-3aa598a6a1d5" providerId="ADAL" clId="{F7D8C5D0-A365-4F6B-BF6F-3FC93BBB19C9}" dt="2026-05-14T06:22:20.619" v="4319" actId="465"/>
          <ac:spMkLst>
            <pc:docMk/>
            <pc:sldMk cId="2209863282" sldId="534"/>
            <ac:spMk id="16" creationId="{8DFE548B-742C-C739-9A09-630F2F524D4D}"/>
          </ac:spMkLst>
        </pc:spChg>
      </pc:sldChg>
      <pc:sldChg chg="addSp modSp new mod modShow">
        <pc:chgData name="Tim Miller" userId="e118c78a-470c-4863-8b52-3aa598a6a1d5" providerId="ADAL" clId="{F7D8C5D0-A365-4F6B-BF6F-3FC93BBB19C9}" dt="2026-05-14T10:44:07.440" v="7816" actId="729"/>
        <pc:sldMkLst>
          <pc:docMk/>
          <pc:sldMk cId="7749899" sldId="535"/>
        </pc:sldMkLst>
        <pc:spChg chg="mod">
          <ac:chgData name="Tim Miller" userId="e118c78a-470c-4863-8b52-3aa598a6a1d5" providerId="ADAL" clId="{F7D8C5D0-A365-4F6B-BF6F-3FC93BBB19C9}" dt="2026-05-14T06:22:58.074" v="4361" actId="20577"/>
          <ac:spMkLst>
            <pc:docMk/>
            <pc:sldMk cId="7749899" sldId="535"/>
            <ac:spMk id="3" creationId="{0811DE90-C4EC-2DBB-47D2-EE4F508DF3CC}"/>
          </ac:spMkLst>
        </pc:spChg>
        <pc:picChg chg="add mod">
          <ac:chgData name="Tim Miller" userId="e118c78a-470c-4863-8b52-3aa598a6a1d5" providerId="ADAL" clId="{F7D8C5D0-A365-4F6B-BF6F-3FC93BBB19C9}" dt="2026-05-14T06:23:04.750" v="4362" actId="1076"/>
          <ac:picMkLst>
            <pc:docMk/>
            <pc:sldMk cId="7749899" sldId="535"/>
            <ac:picMk id="7" creationId="{09C63C76-0771-57B1-5D66-B2CF1F12C22F}"/>
          </ac:picMkLst>
        </pc:picChg>
      </pc:sldChg>
      <pc:sldChg chg="addSp delSp modSp add mod modClrScheme chgLayout">
        <pc:chgData name="Tim Miller" userId="e118c78a-470c-4863-8b52-3aa598a6a1d5" providerId="ADAL" clId="{F7D8C5D0-A365-4F6B-BF6F-3FC93BBB19C9}" dt="2026-05-14T07:13:08.407" v="7422" actId="20577"/>
        <pc:sldMkLst>
          <pc:docMk/>
          <pc:sldMk cId="1515043661" sldId="536"/>
        </pc:sldMkLst>
        <pc:spChg chg="mod ord">
          <ac:chgData name="Tim Miller" userId="e118c78a-470c-4863-8b52-3aa598a6a1d5" providerId="ADAL" clId="{F7D8C5D0-A365-4F6B-BF6F-3FC93BBB19C9}" dt="2026-05-14T06:26:18.519" v="4636" actId="26606"/>
          <ac:spMkLst>
            <pc:docMk/>
            <pc:sldMk cId="1515043661" sldId="536"/>
            <ac:spMk id="2" creationId="{825B2577-A296-A654-A9EA-6582E9E3F4F6}"/>
          </ac:spMkLst>
        </pc:spChg>
        <pc:spChg chg="mod ord">
          <ac:chgData name="Tim Miller" userId="e118c78a-470c-4863-8b52-3aa598a6a1d5" providerId="ADAL" clId="{F7D8C5D0-A365-4F6B-BF6F-3FC93BBB19C9}" dt="2026-05-14T07:13:08.407" v="7422" actId="20577"/>
          <ac:spMkLst>
            <pc:docMk/>
            <pc:sldMk cId="1515043661" sldId="536"/>
            <ac:spMk id="3" creationId="{CF5A9C02-AB69-3890-CFE8-FD12F03129DD}"/>
          </ac:spMkLst>
        </pc:spChg>
        <pc:spChg chg="del">
          <ac:chgData name="Tim Miller" userId="e118c78a-470c-4863-8b52-3aa598a6a1d5" providerId="ADAL" clId="{F7D8C5D0-A365-4F6B-BF6F-3FC93BBB19C9}" dt="2026-05-14T06:26:18.519" v="4636" actId="26606"/>
          <ac:spMkLst>
            <pc:docMk/>
            <pc:sldMk cId="1515043661" sldId="536"/>
            <ac:spMk id="4" creationId="{81A5AE3A-FE46-17BE-2963-471CD43861C1}"/>
          </ac:spMkLst>
        </pc:spChg>
        <pc:spChg chg="mod">
          <ac:chgData name="Tim Miller" userId="e118c78a-470c-4863-8b52-3aa598a6a1d5" providerId="ADAL" clId="{F7D8C5D0-A365-4F6B-BF6F-3FC93BBB19C9}" dt="2026-05-14T06:26:18.519" v="4636" actId="26606"/>
          <ac:spMkLst>
            <pc:docMk/>
            <pc:sldMk cId="1515043661" sldId="536"/>
            <ac:spMk id="5" creationId="{34BDCE61-0C70-1789-9DE1-460085CBB98D}"/>
          </ac:spMkLst>
        </pc:spChg>
        <pc:spChg chg="del">
          <ac:chgData name="Tim Miller" userId="e118c78a-470c-4863-8b52-3aa598a6a1d5" providerId="ADAL" clId="{F7D8C5D0-A365-4F6B-BF6F-3FC93BBB19C9}" dt="2026-05-14T06:26:18.519" v="4636" actId="26606"/>
          <ac:spMkLst>
            <pc:docMk/>
            <pc:sldMk cId="1515043661" sldId="536"/>
            <ac:spMk id="6" creationId="{33D6F426-28DE-DF4E-C10D-E5BC89AC7F5C}"/>
          </ac:spMkLst>
        </pc:spChg>
        <pc:spChg chg="add mod ord">
          <ac:chgData name="Tim Miller" userId="e118c78a-470c-4863-8b52-3aa598a6a1d5" providerId="ADAL" clId="{F7D8C5D0-A365-4F6B-BF6F-3FC93BBB19C9}" dt="2026-05-14T06:29:02.891" v="5095" actId="403"/>
          <ac:spMkLst>
            <pc:docMk/>
            <pc:sldMk cId="1515043661" sldId="536"/>
            <ac:spMk id="8" creationId="{95AEAC1D-D1B3-5DDD-ECD3-D3211B5B9A6A}"/>
          </ac:spMkLst>
        </pc:spChg>
        <pc:spChg chg="add mod">
          <ac:chgData name="Tim Miller" userId="e118c78a-470c-4863-8b52-3aa598a6a1d5" providerId="ADAL" clId="{F7D8C5D0-A365-4F6B-BF6F-3FC93BBB19C9}" dt="2026-05-14T06:26:18.519" v="4636" actId="26606"/>
          <ac:spMkLst>
            <pc:docMk/>
            <pc:sldMk cId="1515043661" sldId="536"/>
            <ac:spMk id="14" creationId="{B141271B-C0FC-0F5E-803D-47538C74C9D6}"/>
          </ac:spMkLst>
        </pc:spChg>
        <pc:picChg chg="del">
          <ac:chgData name="Tim Miller" userId="e118c78a-470c-4863-8b52-3aa598a6a1d5" providerId="ADAL" clId="{F7D8C5D0-A365-4F6B-BF6F-3FC93BBB19C9}" dt="2026-05-14T06:24:17.174" v="4401" actId="478"/>
          <ac:picMkLst>
            <pc:docMk/>
            <pc:sldMk cId="1515043661" sldId="536"/>
            <ac:picMk id="7" creationId="{67E17C7F-81F9-938A-597B-7F06AF290BAB}"/>
          </ac:picMkLst>
        </pc:picChg>
        <pc:picChg chg="add mod">
          <ac:chgData name="Tim Miller" userId="e118c78a-470c-4863-8b52-3aa598a6a1d5" providerId="ADAL" clId="{F7D8C5D0-A365-4F6B-BF6F-3FC93BBB19C9}" dt="2026-05-14T06:26:18.519" v="4636" actId="26606"/>
          <ac:picMkLst>
            <pc:docMk/>
            <pc:sldMk cId="1515043661" sldId="536"/>
            <ac:picMk id="9" creationId="{5773F094-77E7-331E-2279-03C17F30EA23}"/>
          </ac:picMkLst>
        </pc:picChg>
      </pc:sldChg>
      <pc:sldChg chg="modSp add mod">
        <pc:chgData name="Tim Miller" userId="e118c78a-470c-4863-8b52-3aa598a6a1d5" providerId="ADAL" clId="{F7D8C5D0-A365-4F6B-BF6F-3FC93BBB19C9}" dt="2026-05-14T07:13:43.229" v="7425" actId="20577"/>
        <pc:sldMkLst>
          <pc:docMk/>
          <pc:sldMk cId="239385055" sldId="537"/>
        </pc:sldMkLst>
        <pc:spChg chg="mod">
          <ac:chgData name="Tim Miller" userId="e118c78a-470c-4863-8b52-3aa598a6a1d5" providerId="ADAL" clId="{F7D8C5D0-A365-4F6B-BF6F-3FC93BBB19C9}" dt="2026-05-14T06:46:40.720" v="6613" actId="20577"/>
          <ac:spMkLst>
            <pc:docMk/>
            <pc:sldMk cId="239385055" sldId="537"/>
            <ac:spMk id="2" creationId="{DAA5F46A-0671-5859-AAE0-37BB46B8DB2A}"/>
          </ac:spMkLst>
        </pc:spChg>
        <pc:spChg chg="mod">
          <ac:chgData name="Tim Miller" userId="e118c78a-470c-4863-8b52-3aa598a6a1d5" providerId="ADAL" clId="{F7D8C5D0-A365-4F6B-BF6F-3FC93BBB19C9}" dt="2026-05-14T06:29:45.201" v="5099" actId="20577"/>
          <ac:spMkLst>
            <pc:docMk/>
            <pc:sldMk cId="239385055" sldId="537"/>
            <ac:spMk id="3" creationId="{786A1A28-E0E9-DA9F-B194-5AF90BFED9C1}"/>
          </ac:spMkLst>
        </pc:spChg>
        <pc:spChg chg="mod">
          <ac:chgData name="Tim Miller" userId="e118c78a-470c-4863-8b52-3aa598a6a1d5" providerId="ADAL" clId="{F7D8C5D0-A365-4F6B-BF6F-3FC93BBB19C9}" dt="2026-05-14T07:13:43.229" v="7425" actId="20577"/>
          <ac:spMkLst>
            <pc:docMk/>
            <pc:sldMk cId="239385055" sldId="537"/>
            <ac:spMk id="8" creationId="{AD2273C4-A9DA-984C-A582-ABFACD736C3D}"/>
          </ac:spMkLst>
        </pc:spChg>
        <pc:picChg chg="mod">
          <ac:chgData name="Tim Miller" userId="e118c78a-470c-4863-8b52-3aa598a6a1d5" providerId="ADAL" clId="{F7D8C5D0-A365-4F6B-BF6F-3FC93BBB19C9}" dt="2026-05-14T06:27:19.717" v="4775" actId="1076"/>
          <ac:picMkLst>
            <pc:docMk/>
            <pc:sldMk cId="239385055" sldId="537"/>
            <ac:picMk id="9" creationId="{279FC9E0-DF6E-158F-5664-66527B14B501}"/>
          </ac:picMkLst>
        </pc:picChg>
      </pc:sldChg>
      <pc:sldChg chg="addSp delSp modSp add mod">
        <pc:chgData name="Tim Miller" userId="e118c78a-470c-4863-8b52-3aa598a6a1d5" providerId="ADAL" clId="{F7D8C5D0-A365-4F6B-BF6F-3FC93BBB19C9}" dt="2026-05-14T06:42:00.576" v="6417" actId="20577"/>
        <pc:sldMkLst>
          <pc:docMk/>
          <pc:sldMk cId="3340304957" sldId="538"/>
        </pc:sldMkLst>
        <pc:spChg chg="mod">
          <ac:chgData name="Tim Miller" userId="e118c78a-470c-4863-8b52-3aa598a6a1d5" providerId="ADAL" clId="{F7D8C5D0-A365-4F6B-BF6F-3FC93BBB19C9}" dt="2026-05-14T06:41:30.186" v="6333" actId="20577"/>
          <ac:spMkLst>
            <pc:docMk/>
            <pc:sldMk cId="3340304957" sldId="538"/>
            <ac:spMk id="2" creationId="{F1C28775-B99C-7A2A-F183-D21422F86B70}"/>
          </ac:spMkLst>
        </pc:spChg>
        <pc:spChg chg="mod">
          <ac:chgData name="Tim Miller" userId="e118c78a-470c-4863-8b52-3aa598a6a1d5" providerId="ADAL" clId="{F7D8C5D0-A365-4F6B-BF6F-3FC93BBB19C9}" dt="2026-05-14T06:30:08.445" v="5120" actId="20577"/>
          <ac:spMkLst>
            <pc:docMk/>
            <pc:sldMk cId="3340304957" sldId="538"/>
            <ac:spMk id="3" creationId="{568C8C18-33E8-6DEE-3126-BFC3F90C0C12}"/>
          </ac:spMkLst>
        </pc:spChg>
        <pc:spChg chg="add del mod">
          <ac:chgData name="Tim Miller" userId="e118c78a-470c-4863-8b52-3aa598a6a1d5" providerId="ADAL" clId="{F7D8C5D0-A365-4F6B-BF6F-3FC93BBB19C9}" dt="2026-05-14T06:33:00.075" v="5555" actId="478"/>
          <ac:spMkLst>
            <pc:docMk/>
            <pc:sldMk cId="3340304957" sldId="538"/>
            <ac:spMk id="7" creationId="{229F6DA8-1A5F-C858-803A-7A818056E16A}"/>
          </ac:spMkLst>
        </pc:spChg>
        <pc:spChg chg="mod">
          <ac:chgData name="Tim Miller" userId="e118c78a-470c-4863-8b52-3aa598a6a1d5" providerId="ADAL" clId="{F7D8C5D0-A365-4F6B-BF6F-3FC93BBB19C9}" dt="2026-05-14T06:42:00.576" v="6417" actId="20577"/>
          <ac:spMkLst>
            <pc:docMk/>
            <pc:sldMk cId="3340304957" sldId="538"/>
            <ac:spMk id="8" creationId="{3C395F5E-B501-9017-5106-E4C103248889}"/>
          </ac:spMkLst>
        </pc:spChg>
        <pc:spChg chg="add del mod">
          <ac:chgData name="Tim Miller" userId="e118c78a-470c-4863-8b52-3aa598a6a1d5" providerId="ADAL" clId="{F7D8C5D0-A365-4F6B-BF6F-3FC93BBB19C9}" dt="2026-05-14T06:34:15.394" v="5562" actId="478"/>
          <ac:spMkLst>
            <pc:docMk/>
            <pc:sldMk cId="3340304957" sldId="538"/>
            <ac:spMk id="12" creationId="{D61DD308-9347-EF48-A558-5897B5B135F6}"/>
          </ac:spMkLst>
        </pc:spChg>
        <pc:spChg chg="add del mod">
          <ac:chgData name="Tim Miller" userId="e118c78a-470c-4863-8b52-3aa598a6a1d5" providerId="ADAL" clId="{F7D8C5D0-A365-4F6B-BF6F-3FC93BBB19C9}" dt="2026-05-14T06:34:17.240" v="5563" actId="478"/>
          <ac:spMkLst>
            <pc:docMk/>
            <pc:sldMk cId="3340304957" sldId="538"/>
            <ac:spMk id="16" creationId="{1D27D9E5-D875-19E2-EBCB-ED6C5EE28335}"/>
          </ac:spMkLst>
        </pc:spChg>
        <pc:picChg chg="add del mod">
          <ac:chgData name="Tim Miller" userId="e118c78a-470c-4863-8b52-3aa598a6a1d5" providerId="ADAL" clId="{F7D8C5D0-A365-4F6B-BF6F-3FC93BBB19C9}" dt="2026-05-14T06:33:00.075" v="5555" actId="478"/>
          <ac:picMkLst>
            <pc:docMk/>
            <pc:sldMk cId="3340304957" sldId="538"/>
            <ac:picMk id="6" creationId="{69C12955-BA47-647D-266D-B064B884BAFF}"/>
          </ac:picMkLst>
        </pc:picChg>
        <pc:picChg chg="add del">
          <ac:chgData name="Tim Miller" userId="e118c78a-470c-4863-8b52-3aa598a6a1d5" providerId="ADAL" clId="{F7D8C5D0-A365-4F6B-BF6F-3FC93BBB19C9}" dt="2026-05-14T06:32:59.179" v="5554" actId="478"/>
          <ac:picMkLst>
            <pc:docMk/>
            <pc:sldMk cId="3340304957" sldId="538"/>
            <ac:picMk id="9" creationId="{D450A5B7-0848-292A-19E1-F48347BCC209}"/>
          </ac:picMkLst>
        </pc:picChg>
        <pc:picChg chg="add del mod">
          <ac:chgData name="Tim Miller" userId="e118c78a-470c-4863-8b52-3aa598a6a1d5" providerId="ADAL" clId="{F7D8C5D0-A365-4F6B-BF6F-3FC93BBB19C9}" dt="2026-05-14T06:34:07.434" v="5559" actId="478"/>
          <ac:picMkLst>
            <pc:docMk/>
            <pc:sldMk cId="3340304957" sldId="538"/>
            <ac:picMk id="11" creationId="{37EE7868-8D81-C4B1-A2F3-7D2629025EAF}"/>
          </ac:picMkLst>
        </pc:picChg>
        <pc:picChg chg="add mod modCrop">
          <ac:chgData name="Tim Miller" userId="e118c78a-470c-4863-8b52-3aa598a6a1d5" providerId="ADAL" clId="{F7D8C5D0-A365-4F6B-BF6F-3FC93BBB19C9}" dt="2026-05-14T06:34:26.271" v="5564" actId="1076"/>
          <ac:picMkLst>
            <pc:docMk/>
            <pc:sldMk cId="3340304957" sldId="538"/>
            <ac:picMk id="15" creationId="{27FB615B-551A-8F17-E869-93CA8EC7D12A}"/>
          </ac:picMkLst>
        </pc:picChg>
        <pc:picChg chg="add mod">
          <ac:chgData name="Tim Miller" userId="e118c78a-470c-4863-8b52-3aa598a6a1d5" providerId="ADAL" clId="{F7D8C5D0-A365-4F6B-BF6F-3FC93BBB19C9}" dt="2026-05-14T06:34:39.496" v="5565"/>
          <ac:picMkLst>
            <pc:docMk/>
            <pc:sldMk cId="3340304957" sldId="538"/>
            <ac:picMk id="17" creationId="{2EFA79E4-4B81-904D-C242-2237F2E4AFD1}"/>
          </ac:picMkLst>
        </pc:picChg>
      </pc:sldChg>
      <pc:sldChg chg="modSp add mod">
        <pc:chgData name="Tim Miller" userId="e118c78a-470c-4863-8b52-3aa598a6a1d5" providerId="ADAL" clId="{F7D8C5D0-A365-4F6B-BF6F-3FC93BBB19C9}" dt="2026-05-14T07:14:28.370" v="7426" actId="20577"/>
        <pc:sldMkLst>
          <pc:docMk/>
          <pc:sldMk cId="394475414" sldId="539"/>
        </pc:sldMkLst>
        <pc:spChg chg="mod">
          <ac:chgData name="Tim Miller" userId="e118c78a-470c-4863-8b52-3aa598a6a1d5" providerId="ADAL" clId="{F7D8C5D0-A365-4F6B-BF6F-3FC93BBB19C9}" dt="2026-05-14T06:35:41.940" v="5776" actId="20577"/>
          <ac:spMkLst>
            <pc:docMk/>
            <pc:sldMk cId="394475414" sldId="539"/>
            <ac:spMk id="2" creationId="{BC615319-5204-4EE9-D52C-C64F502BBDE6}"/>
          </ac:spMkLst>
        </pc:spChg>
        <pc:spChg chg="mod">
          <ac:chgData name="Tim Miller" userId="e118c78a-470c-4863-8b52-3aa598a6a1d5" providerId="ADAL" clId="{F7D8C5D0-A365-4F6B-BF6F-3FC93BBB19C9}" dt="2026-05-14T06:34:55.417" v="5606" actId="20577"/>
          <ac:spMkLst>
            <pc:docMk/>
            <pc:sldMk cId="394475414" sldId="539"/>
            <ac:spMk id="3" creationId="{66E8BC48-750D-1F50-75D9-45193D84B6DA}"/>
          </ac:spMkLst>
        </pc:spChg>
        <pc:spChg chg="mod">
          <ac:chgData name="Tim Miller" userId="e118c78a-470c-4863-8b52-3aa598a6a1d5" providerId="ADAL" clId="{F7D8C5D0-A365-4F6B-BF6F-3FC93BBB19C9}" dt="2026-05-14T07:14:28.370" v="7426" actId="20577"/>
          <ac:spMkLst>
            <pc:docMk/>
            <pc:sldMk cId="394475414" sldId="539"/>
            <ac:spMk id="8" creationId="{10FBC172-D958-1195-06DF-F879A6000DD6}"/>
          </ac:spMkLst>
        </pc:spChg>
      </pc:sldChg>
      <pc:sldChg chg="addSp delSp modSp add mod">
        <pc:chgData name="Tim Miller" userId="e118c78a-470c-4863-8b52-3aa598a6a1d5" providerId="ADAL" clId="{F7D8C5D0-A365-4F6B-BF6F-3FC93BBB19C9}" dt="2026-05-14T07:14:50.189" v="7440" actId="20577"/>
        <pc:sldMkLst>
          <pc:docMk/>
          <pc:sldMk cId="2505201527" sldId="540"/>
        </pc:sldMkLst>
        <pc:spChg chg="mod">
          <ac:chgData name="Tim Miller" userId="e118c78a-470c-4863-8b52-3aa598a6a1d5" providerId="ADAL" clId="{F7D8C5D0-A365-4F6B-BF6F-3FC93BBB19C9}" dt="2026-05-14T06:38:50.631" v="6125" actId="20577"/>
          <ac:spMkLst>
            <pc:docMk/>
            <pc:sldMk cId="2505201527" sldId="540"/>
            <ac:spMk id="2" creationId="{70FDEB73-3243-F120-E4EB-F1795B229783}"/>
          </ac:spMkLst>
        </pc:spChg>
        <pc:spChg chg="mod">
          <ac:chgData name="Tim Miller" userId="e118c78a-470c-4863-8b52-3aa598a6a1d5" providerId="ADAL" clId="{F7D8C5D0-A365-4F6B-BF6F-3FC93BBB19C9}" dt="2026-05-14T06:37:00.620" v="5925" actId="20577"/>
          <ac:spMkLst>
            <pc:docMk/>
            <pc:sldMk cId="2505201527" sldId="540"/>
            <ac:spMk id="3" creationId="{67C38C67-6F4D-4F47-902E-2C2D7EFC155D}"/>
          </ac:spMkLst>
        </pc:spChg>
        <pc:spChg chg="mod">
          <ac:chgData name="Tim Miller" userId="e118c78a-470c-4863-8b52-3aa598a6a1d5" providerId="ADAL" clId="{F7D8C5D0-A365-4F6B-BF6F-3FC93BBB19C9}" dt="2026-05-14T07:14:50.189" v="7440" actId="20577"/>
          <ac:spMkLst>
            <pc:docMk/>
            <pc:sldMk cId="2505201527" sldId="540"/>
            <ac:spMk id="8" creationId="{8355962D-FCBF-B473-0D96-22603ABDA06B}"/>
          </ac:spMkLst>
        </pc:spChg>
        <pc:spChg chg="add del mod">
          <ac:chgData name="Tim Miller" userId="e118c78a-470c-4863-8b52-3aa598a6a1d5" providerId="ADAL" clId="{F7D8C5D0-A365-4F6B-BF6F-3FC93BBB19C9}" dt="2026-05-14T06:37:42.877" v="5930" actId="478"/>
          <ac:spMkLst>
            <pc:docMk/>
            <pc:sldMk cId="2505201527" sldId="540"/>
            <ac:spMk id="10" creationId="{4C12433B-290B-5B1F-65C1-359921008F19}"/>
          </ac:spMkLst>
        </pc:spChg>
        <pc:picChg chg="add del mod">
          <ac:chgData name="Tim Miller" userId="e118c78a-470c-4863-8b52-3aa598a6a1d5" providerId="ADAL" clId="{F7D8C5D0-A365-4F6B-BF6F-3FC93BBB19C9}" dt="2026-05-14T06:39:55.658" v="6284" actId="1076"/>
          <ac:picMkLst>
            <pc:docMk/>
            <pc:sldMk cId="2505201527" sldId="540"/>
            <ac:picMk id="6" creationId="{1FB99549-BEEE-C0BC-2885-1209FCCD9DF4}"/>
          </ac:picMkLst>
        </pc:picChg>
        <pc:picChg chg="add del mod">
          <ac:chgData name="Tim Miller" userId="e118c78a-470c-4863-8b52-3aa598a6a1d5" providerId="ADAL" clId="{F7D8C5D0-A365-4F6B-BF6F-3FC93BBB19C9}" dt="2026-05-14T06:37:42.877" v="5930" actId="478"/>
          <ac:picMkLst>
            <pc:docMk/>
            <pc:sldMk cId="2505201527" sldId="540"/>
            <ac:picMk id="9" creationId="{A8BB71F8-AA55-F031-41A3-4FC4F1603AAC}"/>
          </ac:picMkLst>
        </pc:picChg>
        <pc:picChg chg="del">
          <ac:chgData name="Tim Miller" userId="e118c78a-470c-4863-8b52-3aa598a6a1d5" providerId="ADAL" clId="{F7D8C5D0-A365-4F6B-BF6F-3FC93BBB19C9}" dt="2026-05-14T06:36:53.655" v="5909" actId="478"/>
          <ac:picMkLst>
            <pc:docMk/>
            <pc:sldMk cId="2505201527" sldId="540"/>
            <ac:picMk id="15" creationId="{57949D40-770C-2DA1-9C7D-78D522CEE50A}"/>
          </ac:picMkLst>
        </pc:picChg>
      </pc:sldChg>
      <pc:sldChg chg="addSp delSp modSp add mod">
        <pc:chgData name="Tim Miller" userId="e118c78a-470c-4863-8b52-3aa598a6a1d5" providerId="ADAL" clId="{F7D8C5D0-A365-4F6B-BF6F-3FC93BBB19C9}" dt="2026-05-14T06:40:30.753" v="6300" actId="113"/>
        <pc:sldMkLst>
          <pc:docMk/>
          <pc:sldMk cId="4161466685" sldId="541"/>
        </pc:sldMkLst>
        <pc:spChg chg="del">
          <ac:chgData name="Tim Miller" userId="e118c78a-470c-4863-8b52-3aa598a6a1d5" providerId="ADAL" clId="{F7D8C5D0-A365-4F6B-BF6F-3FC93BBB19C9}" dt="2026-05-14T06:40:24.434" v="6296" actId="478"/>
          <ac:spMkLst>
            <pc:docMk/>
            <pc:sldMk cId="4161466685" sldId="541"/>
            <ac:spMk id="2" creationId="{3484E944-3F2C-4BD8-D639-18574BF6AA79}"/>
          </ac:spMkLst>
        </pc:spChg>
        <pc:spChg chg="mod">
          <ac:chgData name="Tim Miller" userId="e118c78a-470c-4863-8b52-3aa598a6a1d5" providerId="ADAL" clId="{F7D8C5D0-A365-4F6B-BF6F-3FC93BBB19C9}" dt="2026-05-14T06:40:05.908" v="6293" actId="14100"/>
          <ac:spMkLst>
            <pc:docMk/>
            <pc:sldMk cId="4161466685" sldId="541"/>
            <ac:spMk id="3" creationId="{7F917021-496E-D7DB-D4BE-CB86DF3F77AA}"/>
          </ac:spMkLst>
        </pc:spChg>
        <pc:spChg chg="add mod">
          <ac:chgData name="Tim Miller" userId="e118c78a-470c-4863-8b52-3aa598a6a1d5" providerId="ADAL" clId="{F7D8C5D0-A365-4F6B-BF6F-3FC93BBB19C9}" dt="2026-05-14T06:40:10.293" v="6294"/>
          <ac:spMkLst>
            <pc:docMk/>
            <pc:sldMk cId="4161466685" sldId="541"/>
            <ac:spMk id="4" creationId="{A0BAEF44-31D4-5053-522F-5A94C23D4814}"/>
          </ac:spMkLst>
        </pc:spChg>
        <pc:spChg chg="del">
          <ac:chgData name="Tim Miller" userId="e118c78a-470c-4863-8b52-3aa598a6a1d5" providerId="ADAL" clId="{F7D8C5D0-A365-4F6B-BF6F-3FC93BBB19C9}" dt="2026-05-14T06:40:16.325" v="6295" actId="478"/>
          <ac:spMkLst>
            <pc:docMk/>
            <pc:sldMk cId="4161466685" sldId="541"/>
            <ac:spMk id="8" creationId="{FE14F59E-6606-2BF1-CCAC-3A76DF2ECEA4}"/>
          </ac:spMkLst>
        </pc:spChg>
        <pc:spChg chg="add del mod">
          <ac:chgData name="Tim Miller" userId="e118c78a-470c-4863-8b52-3aa598a6a1d5" providerId="ADAL" clId="{F7D8C5D0-A365-4F6B-BF6F-3FC93BBB19C9}" dt="2026-05-14T06:40:26.711" v="6298" actId="478"/>
          <ac:spMkLst>
            <pc:docMk/>
            <pc:sldMk cId="4161466685" sldId="541"/>
            <ac:spMk id="9" creationId="{28C01629-3EA3-2965-B866-E52668959964}"/>
          </ac:spMkLst>
        </pc:spChg>
        <pc:spChg chg="add mod">
          <ac:chgData name="Tim Miller" userId="e118c78a-470c-4863-8b52-3aa598a6a1d5" providerId="ADAL" clId="{F7D8C5D0-A365-4F6B-BF6F-3FC93BBB19C9}" dt="2026-05-14T06:40:30.753" v="6300" actId="113"/>
          <ac:spMkLst>
            <pc:docMk/>
            <pc:sldMk cId="4161466685" sldId="541"/>
            <ac:spMk id="10" creationId="{3A2D2F2A-DF98-1720-D24B-DE06258F3E6A}"/>
          </ac:spMkLst>
        </pc:spChg>
        <pc:spChg chg="add mod">
          <ac:chgData name="Tim Miller" userId="e118c78a-470c-4863-8b52-3aa598a6a1d5" providerId="ADAL" clId="{F7D8C5D0-A365-4F6B-BF6F-3FC93BBB19C9}" dt="2026-05-14T06:40:27.511" v="6299"/>
          <ac:spMkLst>
            <pc:docMk/>
            <pc:sldMk cId="4161466685" sldId="541"/>
            <ac:spMk id="11" creationId="{AA83838F-8B90-5DFF-38AC-43A3638C69C4}"/>
          </ac:spMkLst>
        </pc:spChg>
        <pc:picChg chg="del">
          <ac:chgData name="Tim Miller" userId="e118c78a-470c-4863-8b52-3aa598a6a1d5" providerId="ADAL" clId="{F7D8C5D0-A365-4F6B-BF6F-3FC93BBB19C9}" dt="2026-05-14T06:40:25.150" v="6297" actId="478"/>
          <ac:picMkLst>
            <pc:docMk/>
            <pc:sldMk cId="4161466685" sldId="541"/>
            <ac:picMk id="6" creationId="{D4CFCF7F-9424-44E3-F6DC-2C30B2730A78}"/>
          </ac:picMkLst>
        </pc:picChg>
      </pc:sldChg>
      <pc:sldChg chg="addSp delSp modSp add mod modTransition">
        <pc:chgData name="Tim Miller" userId="e118c78a-470c-4863-8b52-3aa598a6a1d5" providerId="ADAL" clId="{F7D8C5D0-A365-4F6B-BF6F-3FC93BBB19C9}" dt="2026-05-14T07:15:45.881" v="7450"/>
        <pc:sldMkLst>
          <pc:docMk/>
          <pc:sldMk cId="1685931508" sldId="542"/>
        </pc:sldMkLst>
        <pc:spChg chg="del">
          <ac:chgData name="Tim Miller" userId="e118c78a-470c-4863-8b52-3aa598a6a1d5" providerId="ADAL" clId="{F7D8C5D0-A365-4F6B-BF6F-3FC93BBB19C9}" dt="2026-05-14T06:43:39.854" v="6485" actId="478"/>
          <ac:spMkLst>
            <pc:docMk/>
            <pc:sldMk cId="1685931508" sldId="542"/>
            <ac:spMk id="2" creationId="{311B95BB-26BA-DECE-A6C3-F6D48A1A0B0A}"/>
          </ac:spMkLst>
        </pc:spChg>
        <pc:spChg chg="mod">
          <ac:chgData name="Tim Miller" userId="e118c78a-470c-4863-8b52-3aa598a6a1d5" providerId="ADAL" clId="{F7D8C5D0-A365-4F6B-BF6F-3FC93BBB19C9}" dt="2026-05-14T07:15:25.468" v="7448" actId="20577"/>
          <ac:spMkLst>
            <pc:docMk/>
            <pc:sldMk cId="1685931508" sldId="542"/>
            <ac:spMk id="3" creationId="{DEDDC7E1-EF58-0828-F302-24F52458610F}"/>
          </ac:spMkLst>
        </pc:spChg>
        <pc:spChg chg="del">
          <ac:chgData name="Tim Miller" userId="e118c78a-470c-4863-8b52-3aa598a6a1d5" providerId="ADAL" clId="{F7D8C5D0-A365-4F6B-BF6F-3FC93BBB19C9}" dt="2026-05-14T06:43:39.854" v="6485" actId="478"/>
          <ac:spMkLst>
            <pc:docMk/>
            <pc:sldMk cId="1685931508" sldId="542"/>
            <ac:spMk id="6" creationId="{6A4443AE-5A80-20B7-DDC1-D0082C1536FE}"/>
          </ac:spMkLst>
        </pc:spChg>
        <pc:spChg chg="del">
          <ac:chgData name="Tim Miller" userId="e118c78a-470c-4863-8b52-3aa598a6a1d5" providerId="ADAL" clId="{F7D8C5D0-A365-4F6B-BF6F-3FC93BBB19C9}" dt="2026-05-14T06:43:39.854" v="6485" actId="478"/>
          <ac:spMkLst>
            <pc:docMk/>
            <pc:sldMk cId="1685931508" sldId="542"/>
            <ac:spMk id="7" creationId="{7F4A2665-FA23-45AF-5258-4C59C276DEB7}"/>
          </ac:spMkLst>
        </pc:spChg>
        <pc:spChg chg="add del mod">
          <ac:chgData name="Tim Miller" userId="e118c78a-470c-4863-8b52-3aa598a6a1d5" providerId="ADAL" clId="{F7D8C5D0-A365-4F6B-BF6F-3FC93BBB19C9}" dt="2026-05-14T06:43:36.004" v="6484" actId="478"/>
          <ac:spMkLst>
            <pc:docMk/>
            <pc:sldMk cId="1685931508" sldId="542"/>
            <ac:spMk id="8" creationId="{0E07C5BF-27A8-54D0-22FC-AD9D513C4754}"/>
          </ac:spMkLst>
        </pc:spChg>
        <pc:spChg chg="del">
          <ac:chgData name="Tim Miller" userId="e118c78a-470c-4863-8b52-3aa598a6a1d5" providerId="ADAL" clId="{F7D8C5D0-A365-4F6B-BF6F-3FC93BBB19C9}" dt="2026-05-14T06:43:39.854" v="6485" actId="478"/>
          <ac:spMkLst>
            <pc:docMk/>
            <pc:sldMk cId="1685931508" sldId="542"/>
            <ac:spMk id="14" creationId="{80A3A021-E8C6-ACA7-C63F-38B8993A2CE6}"/>
          </ac:spMkLst>
        </pc:spChg>
        <pc:spChg chg="del">
          <ac:chgData name="Tim Miller" userId="e118c78a-470c-4863-8b52-3aa598a6a1d5" providerId="ADAL" clId="{F7D8C5D0-A365-4F6B-BF6F-3FC93BBB19C9}" dt="2026-05-14T06:43:39.854" v="6485" actId="478"/>
          <ac:spMkLst>
            <pc:docMk/>
            <pc:sldMk cId="1685931508" sldId="542"/>
            <ac:spMk id="16" creationId="{45E435ED-012B-719A-801E-9AFFFF94F84D}"/>
          </ac:spMkLst>
        </pc:spChg>
        <pc:spChg chg="mod">
          <ac:chgData name="Tim Miller" userId="e118c78a-470c-4863-8b52-3aa598a6a1d5" providerId="ADAL" clId="{F7D8C5D0-A365-4F6B-BF6F-3FC93BBB19C9}" dt="2026-05-14T06:43:40.955" v="6486"/>
          <ac:spMkLst>
            <pc:docMk/>
            <pc:sldMk cId="1685931508" sldId="542"/>
            <ac:spMk id="18" creationId="{D86B146D-324F-27F2-0BB4-A4777B34A481}"/>
          </ac:spMkLst>
        </pc:spChg>
        <pc:spChg chg="add mod">
          <ac:chgData name="Tim Miller" userId="e118c78a-470c-4863-8b52-3aa598a6a1d5" providerId="ADAL" clId="{F7D8C5D0-A365-4F6B-BF6F-3FC93BBB19C9}" dt="2026-05-14T06:45:36.700" v="6567" actId="164"/>
          <ac:spMkLst>
            <pc:docMk/>
            <pc:sldMk cId="1685931508" sldId="542"/>
            <ac:spMk id="23" creationId="{8843DFA7-7538-856F-23B0-ECB66AB68896}"/>
          </ac:spMkLst>
        </pc:spChg>
        <pc:spChg chg="add mod">
          <ac:chgData name="Tim Miller" userId="e118c78a-470c-4863-8b52-3aa598a6a1d5" providerId="ADAL" clId="{F7D8C5D0-A365-4F6B-BF6F-3FC93BBB19C9}" dt="2026-05-14T06:45:35.033" v="6566" actId="164"/>
          <ac:spMkLst>
            <pc:docMk/>
            <pc:sldMk cId="1685931508" sldId="542"/>
            <ac:spMk id="24" creationId="{E43665F0-9544-E3D5-B81B-BC269F72009D}"/>
          </ac:spMkLst>
        </pc:spChg>
        <pc:spChg chg="add mod">
          <ac:chgData name="Tim Miller" userId="e118c78a-470c-4863-8b52-3aa598a6a1d5" providerId="ADAL" clId="{F7D8C5D0-A365-4F6B-BF6F-3FC93BBB19C9}" dt="2026-05-14T06:45:32.989" v="6565" actId="164"/>
          <ac:spMkLst>
            <pc:docMk/>
            <pc:sldMk cId="1685931508" sldId="542"/>
            <ac:spMk id="25" creationId="{3522E672-77BB-EE27-2F90-AD98585E108B}"/>
          </ac:spMkLst>
        </pc:spChg>
        <pc:spChg chg="add del mod">
          <ac:chgData name="Tim Miller" userId="e118c78a-470c-4863-8b52-3aa598a6a1d5" providerId="ADAL" clId="{F7D8C5D0-A365-4F6B-BF6F-3FC93BBB19C9}" dt="2026-05-14T06:45:49.618" v="6570" actId="478"/>
          <ac:spMkLst>
            <pc:docMk/>
            <pc:sldMk cId="1685931508" sldId="542"/>
            <ac:spMk id="26" creationId="{DE25B694-6EF5-FF1F-518E-62C3A712F709}"/>
          </ac:spMkLst>
        </pc:spChg>
        <pc:spChg chg="add del mod">
          <ac:chgData name="Tim Miller" userId="e118c78a-470c-4863-8b52-3aa598a6a1d5" providerId="ADAL" clId="{F7D8C5D0-A365-4F6B-BF6F-3FC93BBB19C9}" dt="2026-05-14T06:46:11.894" v="6577" actId="478"/>
          <ac:spMkLst>
            <pc:docMk/>
            <pc:sldMk cId="1685931508" sldId="542"/>
            <ac:spMk id="27" creationId="{C2EBF4AF-978E-FC0C-2358-18EA6E83DC2A}"/>
          </ac:spMkLst>
        </pc:spChg>
        <pc:spChg chg="add del mod">
          <ac:chgData name="Tim Miller" userId="e118c78a-470c-4863-8b52-3aa598a6a1d5" providerId="ADAL" clId="{F7D8C5D0-A365-4F6B-BF6F-3FC93BBB19C9}" dt="2026-05-14T06:46:45.508" v="6615" actId="478"/>
          <ac:spMkLst>
            <pc:docMk/>
            <pc:sldMk cId="1685931508" sldId="542"/>
            <ac:spMk id="28" creationId="{09C72BEB-DF7A-8780-F69A-781234657113}"/>
          </ac:spMkLst>
        </pc:spChg>
        <pc:spChg chg="add mod">
          <ac:chgData name="Tim Miller" userId="e118c78a-470c-4863-8b52-3aa598a6a1d5" providerId="ADAL" clId="{F7D8C5D0-A365-4F6B-BF6F-3FC93BBB19C9}" dt="2026-05-14T06:45:30.376" v="6564" actId="164"/>
          <ac:spMkLst>
            <pc:docMk/>
            <pc:sldMk cId="1685931508" sldId="542"/>
            <ac:spMk id="30" creationId="{63E9AA75-0947-9397-6111-A73C6A0D3824}"/>
          </ac:spMkLst>
        </pc:spChg>
        <pc:spChg chg="add mod">
          <ac:chgData name="Tim Miller" userId="e118c78a-470c-4863-8b52-3aa598a6a1d5" providerId="ADAL" clId="{F7D8C5D0-A365-4F6B-BF6F-3FC93BBB19C9}" dt="2026-05-14T06:44:14.979" v="6525" actId="571"/>
          <ac:spMkLst>
            <pc:docMk/>
            <pc:sldMk cId="1685931508" sldId="542"/>
            <ac:spMk id="31" creationId="{6F168494-02C3-5CBE-B593-CB23BE095D4F}"/>
          </ac:spMkLst>
        </pc:spChg>
        <pc:spChg chg="del mod">
          <ac:chgData name="Tim Miller" userId="e118c78a-470c-4863-8b52-3aa598a6a1d5" providerId="ADAL" clId="{F7D8C5D0-A365-4F6B-BF6F-3FC93BBB19C9}" dt="2026-05-14T06:42:46.124" v="6466" actId="478"/>
          <ac:spMkLst>
            <pc:docMk/>
            <pc:sldMk cId="1685931508" sldId="542"/>
            <ac:spMk id="32" creationId="{67BD3978-2C04-3DD7-DD61-17615935AD4C}"/>
          </ac:spMkLst>
        </pc:spChg>
        <pc:spChg chg="add mod">
          <ac:chgData name="Tim Miller" userId="e118c78a-470c-4863-8b52-3aa598a6a1d5" providerId="ADAL" clId="{F7D8C5D0-A365-4F6B-BF6F-3FC93BBB19C9}" dt="2026-05-14T06:45:24.259" v="6561" actId="164"/>
          <ac:spMkLst>
            <pc:docMk/>
            <pc:sldMk cId="1685931508" sldId="542"/>
            <ac:spMk id="34" creationId="{670FB7D9-DA85-FAB5-D608-70C3D621C175}"/>
          </ac:spMkLst>
        </pc:spChg>
        <pc:spChg chg="add mod">
          <ac:chgData name="Tim Miller" userId="e118c78a-470c-4863-8b52-3aa598a6a1d5" providerId="ADAL" clId="{F7D8C5D0-A365-4F6B-BF6F-3FC93BBB19C9}" dt="2026-05-14T06:45:24.259" v="6561" actId="164"/>
          <ac:spMkLst>
            <pc:docMk/>
            <pc:sldMk cId="1685931508" sldId="542"/>
            <ac:spMk id="35" creationId="{AA4F2B3D-EE66-CC68-4B75-AE5C87D560FB}"/>
          </ac:spMkLst>
        </pc:spChg>
        <pc:spChg chg="add mod">
          <ac:chgData name="Tim Miller" userId="e118c78a-470c-4863-8b52-3aa598a6a1d5" providerId="ADAL" clId="{F7D8C5D0-A365-4F6B-BF6F-3FC93BBB19C9}" dt="2026-05-14T06:49:23.585" v="6667" actId="1076"/>
          <ac:spMkLst>
            <pc:docMk/>
            <pc:sldMk cId="1685931508" sldId="542"/>
            <ac:spMk id="41" creationId="{6B276F6D-55A8-BE56-ED29-FACCDACA981C}"/>
          </ac:spMkLst>
        </pc:spChg>
        <pc:spChg chg="add mod">
          <ac:chgData name="Tim Miller" userId="e118c78a-470c-4863-8b52-3aa598a6a1d5" providerId="ADAL" clId="{F7D8C5D0-A365-4F6B-BF6F-3FC93BBB19C9}" dt="2026-05-14T06:49:23.585" v="6667" actId="1076"/>
          <ac:spMkLst>
            <pc:docMk/>
            <pc:sldMk cId="1685931508" sldId="542"/>
            <ac:spMk id="42" creationId="{E385C321-6CD1-81B1-7789-4A4FBF77B9BC}"/>
          </ac:spMkLst>
        </pc:spChg>
        <pc:spChg chg="add mod">
          <ac:chgData name="Tim Miller" userId="e118c78a-470c-4863-8b52-3aa598a6a1d5" providerId="ADAL" clId="{F7D8C5D0-A365-4F6B-BF6F-3FC93BBB19C9}" dt="2026-05-14T06:49:25.786" v="6668" actId="1038"/>
          <ac:spMkLst>
            <pc:docMk/>
            <pc:sldMk cId="1685931508" sldId="542"/>
            <ac:spMk id="43" creationId="{8686C9DB-86B8-AEDD-106D-87F45A2F649D}"/>
          </ac:spMkLst>
        </pc:spChg>
        <pc:spChg chg="add mod">
          <ac:chgData name="Tim Miller" userId="e118c78a-470c-4863-8b52-3aa598a6a1d5" providerId="ADAL" clId="{F7D8C5D0-A365-4F6B-BF6F-3FC93BBB19C9}" dt="2026-05-14T06:49:23.585" v="6667" actId="1076"/>
          <ac:spMkLst>
            <pc:docMk/>
            <pc:sldMk cId="1685931508" sldId="542"/>
            <ac:spMk id="44" creationId="{697D1878-E7A1-FC97-648F-BB36AFA3FA20}"/>
          </ac:spMkLst>
        </pc:spChg>
        <pc:spChg chg="add mod">
          <ac:chgData name="Tim Miller" userId="e118c78a-470c-4863-8b52-3aa598a6a1d5" providerId="ADAL" clId="{F7D8C5D0-A365-4F6B-BF6F-3FC93BBB19C9}" dt="2026-05-14T06:49:23.585" v="6667" actId="1076"/>
          <ac:spMkLst>
            <pc:docMk/>
            <pc:sldMk cId="1685931508" sldId="542"/>
            <ac:spMk id="45" creationId="{A756E908-E6AF-FA10-CE61-5F57D9D34448}"/>
          </ac:spMkLst>
        </pc:spChg>
        <pc:grpChg chg="del mod">
          <ac:chgData name="Tim Miller" userId="e118c78a-470c-4863-8b52-3aa598a6a1d5" providerId="ADAL" clId="{F7D8C5D0-A365-4F6B-BF6F-3FC93BBB19C9}" dt="2026-05-14T06:46:08.854" v="6575" actId="478"/>
          <ac:grpSpMkLst>
            <pc:docMk/>
            <pc:sldMk cId="1685931508" sldId="542"/>
            <ac:grpSpMk id="11" creationId="{CB4E0721-F852-7D7A-19E0-49494C72A7FD}"/>
          </ac:grpSpMkLst>
        </pc:grpChg>
        <pc:grpChg chg="add mod">
          <ac:chgData name="Tim Miller" userId="e118c78a-470c-4863-8b52-3aa598a6a1d5" providerId="ADAL" clId="{F7D8C5D0-A365-4F6B-BF6F-3FC93BBB19C9}" dt="2026-05-14T06:49:23.585" v="6667" actId="1076"/>
          <ac:grpSpMkLst>
            <pc:docMk/>
            <pc:sldMk cId="1685931508" sldId="542"/>
            <ac:grpSpMk id="36" creationId="{813D6A13-5A7E-C613-A068-674A4F343E23}"/>
          </ac:grpSpMkLst>
        </pc:grpChg>
        <pc:grpChg chg="add mod">
          <ac:chgData name="Tim Miller" userId="e118c78a-470c-4863-8b52-3aa598a6a1d5" providerId="ADAL" clId="{F7D8C5D0-A365-4F6B-BF6F-3FC93BBB19C9}" dt="2026-05-14T06:49:23.585" v="6667" actId="1076"/>
          <ac:grpSpMkLst>
            <pc:docMk/>
            <pc:sldMk cId="1685931508" sldId="542"/>
            <ac:grpSpMk id="37" creationId="{2A46F4ED-1631-4937-3358-B5CDFE4428F7}"/>
          </ac:grpSpMkLst>
        </pc:grpChg>
        <pc:grpChg chg="add mod">
          <ac:chgData name="Tim Miller" userId="e118c78a-470c-4863-8b52-3aa598a6a1d5" providerId="ADAL" clId="{F7D8C5D0-A365-4F6B-BF6F-3FC93BBB19C9}" dt="2026-05-14T06:49:23.585" v="6667" actId="1076"/>
          <ac:grpSpMkLst>
            <pc:docMk/>
            <pc:sldMk cId="1685931508" sldId="542"/>
            <ac:grpSpMk id="38" creationId="{59375B9D-14B7-00B8-D084-0F93157D2FA7}"/>
          </ac:grpSpMkLst>
        </pc:grpChg>
        <pc:grpChg chg="add mod">
          <ac:chgData name="Tim Miller" userId="e118c78a-470c-4863-8b52-3aa598a6a1d5" providerId="ADAL" clId="{F7D8C5D0-A365-4F6B-BF6F-3FC93BBB19C9}" dt="2026-05-14T06:49:23.585" v="6667" actId="1076"/>
          <ac:grpSpMkLst>
            <pc:docMk/>
            <pc:sldMk cId="1685931508" sldId="542"/>
            <ac:grpSpMk id="39" creationId="{D08A999F-3ACE-011D-53D7-D78B8ED8BB98}"/>
          </ac:grpSpMkLst>
        </pc:grpChg>
        <pc:grpChg chg="add mod">
          <ac:chgData name="Tim Miller" userId="e118c78a-470c-4863-8b52-3aa598a6a1d5" providerId="ADAL" clId="{F7D8C5D0-A365-4F6B-BF6F-3FC93BBB19C9}" dt="2026-05-14T06:49:23.585" v="6667" actId="1076"/>
          <ac:grpSpMkLst>
            <pc:docMk/>
            <pc:sldMk cId="1685931508" sldId="542"/>
            <ac:grpSpMk id="40" creationId="{4E939246-F360-A446-7A8D-34DF5E63670A}"/>
          </ac:grpSpMkLst>
        </pc:grpChg>
        <pc:picChg chg="add del mod">
          <ac:chgData name="Tim Miller" userId="e118c78a-470c-4863-8b52-3aa598a6a1d5" providerId="ADAL" clId="{F7D8C5D0-A365-4F6B-BF6F-3FC93BBB19C9}" dt="2026-05-14T06:45:58.795" v="6571" actId="478"/>
          <ac:picMkLst>
            <pc:docMk/>
            <pc:sldMk cId="1685931508" sldId="542"/>
            <ac:picMk id="9" creationId="{4557AC87-0B72-6993-A724-694D96E8DB93}"/>
          </ac:picMkLst>
        </pc:picChg>
        <pc:picChg chg="mod">
          <ac:chgData name="Tim Miller" userId="e118c78a-470c-4863-8b52-3aa598a6a1d5" providerId="ADAL" clId="{F7D8C5D0-A365-4F6B-BF6F-3FC93BBB19C9}" dt="2026-05-14T06:43:40.955" v="6486"/>
          <ac:picMkLst>
            <pc:docMk/>
            <pc:sldMk cId="1685931508" sldId="542"/>
            <ac:picMk id="19" creationId="{F05E5506-02BE-C563-1ABD-4E283640B3C4}"/>
          </ac:picMkLst>
        </pc:picChg>
        <pc:picChg chg="add del mod">
          <ac:chgData name="Tim Miller" userId="e118c78a-470c-4863-8b52-3aa598a6a1d5" providerId="ADAL" clId="{F7D8C5D0-A365-4F6B-BF6F-3FC93BBB19C9}" dt="2026-05-14T06:46:43.945" v="6614" actId="478"/>
          <ac:picMkLst>
            <pc:docMk/>
            <pc:sldMk cId="1685931508" sldId="542"/>
            <ac:picMk id="21" creationId="{3B8C9A77-1356-B3C1-07C9-528214348170}"/>
          </ac:picMkLst>
        </pc:picChg>
        <pc:cxnChg chg="mod">
          <ac:chgData name="Tim Miller" userId="e118c78a-470c-4863-8b52-3aa598a6a1d5" providerId="ADAL" clId="{F7D8C5D0-A365-4F6B-BF6F-3FC93BBB19C9}" dt="2026-05-14T06:45:36.700" v="6567" actId="164"/>
          <ac:cxnSpMkLst>
            <pc:docMk/>
            <pc:sldMk cId="1685931508" sldId="542"/>
            <ac:cxnSpMk id="10" creationId="{32F2D346-8285-FA1A-9222-E08576B66347}"/>
          </ac:cxnSpMkLst>
        </pc:cxnChg>
        <pc:cxnChg chg="mod">
          <ac:chgData name="Tim Miller" userId="e118c78a-470c-4863-8b52-3aa598a6a1d5" providerId="ADAL" clId="{F7D8C5D0-A365-4F6B-BF6F-3FC93BBB19C9}" dt="2026-05-14T06:45:35.033" v="6566" actId="164"/>
          <ac:cxnSpMkLst>
            <pc:docMk/>
            <pc:sldMk cId="1685931508" sldId="542"/>
            <ac:cxnSpMk id="20" creationId="{C9267EDE-B8C2-57BF-1C89-1014DF7D22AE}"/>
          </ac:cxnSpMkLst>
        </pc:cxnChg>
        <pc:cxnChg chg="mod">
          <ac:chgData name="Tim Miller" userId="e118c78a-470c-4863-8b52-3aa598a6a1d5" providerId="ADAL" clId="{F7D8C5D0-A365-4F6B-BF6F-3FC93BBB19C9}" dt="2026-05-14T06:45:32.989" v="6565" actId="164"/>
          <ac:cxnSpMkLst>
            <pc:docMk/>
            <pc:sldMk cId="1685931508" sldId="542"/>
            <ac:cxnSpMk id="22" creationId="{45357070-10D8-F458-D48C-C8BC4C520D08}"/>
          </ac:cxnSpMkLst>
        </pc:cxnChg>
        <pc:cxnChg chg="add mod">
          <ac:chgData name="Tim Miller" userId="e118c78a-470c-4863-8b52-3aa598a6a1d5" providerId="ADAL" clId="{F7D8C5D0-A365-4F6B-BF6F-3FC93BBB19C9}" dt="2026-05-14T06:45:30.376" v="6564" actId="164"/>
          <ac:cxnSpMkLst>
            <pc:docMk/>
            <pc:sldMk cId="1685931508" sldId="542"/>
            <ac:cxnSpMk id="29" creationId="{E99A3BA3-BBDA-9447-9DA7-5034BD55B3BD}"/>
          </ac:cxnSpMkLst>
        </pc:cxnChg>
        <pc:cxnChg chg="add mod">
          <ac:chgData name="Tim Miller" userId="e118c78a-470c-4863-8b52-3aa598a6a1d5" providerId="ADAL" clId="{F7D8C5D0-A365-4F6B-BF6F-3FC93BBB19C9}" dt="2026-05-14T06:45:24.259" v="6561" actId="164"/>
          <ac:cxnSpMkLst>
            <pc:docMk/>
            <pc:sldMk cId="1685931508" sldId="542"/>
            <ac:cxnSpMk id="33" creationId="{32BA912C-B208-AF2B-0693-1B7DF7F3F5C9}"/>
          </ac:cxnSpMkLst>
        </pc:cxnChg>
      </pc:sldChg>
      <pc:sldChg chg="new del">
        <pc:chgData name="Tim Miller" userId="e118c78a-470c-4863-8b52-3aa598a6a1d5" providerId="ADAL" clId="{F7D8C5D0-A365-4F6B-BF6F-3FC93BBB19C9}" dt="2026-05-14T06:41:01.600" v="6302" actId="680"/>
        <pc:sldMkLst>
          <pc:docMk/>
          <pc:sldMk cId="3123039256" sldId="542"/>
        </pc:sldMkLst>
      </pc:sldChg>
      <pc:sldChg chg="addSp delSp modSp add mod modTransition">
        <pc:chgData name="Tim Miller" userId="e118c78a-470c-4863-8b52-3aa598a6a1d5" providerId="ADAL" clId="{F7D8C5D0-A365-4F6B-BF6F-3FC93BBB19C9}" dt="2026-05-14T07:15:43.521" v="7449"/>
        <pc:sldMkLst>
          <pc:docMk/>
          <pc:sldMk cId="149185634" sldId="543"/>
        </pc:sldMkLst>
        <pc:spChg chg="mod">
          <ac:chgData name="Tim Miller" userId="e118c78a-470c-4863-8b52-3aa598a6a1d5" providerId="ADAL" clId="{F7D8C5D0-A365-4F6B-BF6F-3FC93BBB19C9}" dt="2026-05-14T06:51:57.612" v="6851" actId="20577"/>
          <ac:spMkLst>
            <pc:docMk/>
            <pc:sldMk cId="149185634" sldId="543"/>
            <ac:spMk id="3" creationId="{D3F37ACD-35CC-A85B-50F6-CB4B74A315CD}"/>
          </ac:spMkLst>
        </pc:spChg>
        <pc:spChg chg="add mod">
          <ac:chgData name="Tim Miller" userId="e118c78a-470c-4863-8b52-3aa598a6a1d5" providerId="ADAL" clId="{F7D8C5D0-A365-4F6B-BF6F-3FC93BBB19C9}" dt="2026-05-14T06:50:18.449" v="6710" actId="478"/>
          <ac:spMkLst>
            <pc:docMk/>
            <pc:sldMk cId="149185634" sldId="543"/>
            <ac:spMk id="6" creationId="{7CA52731-F54A-DD18-583C-5314114E1578}"/>
          </ac:spMkLst>
        </pc:spChg>
        <pc:spChg chg="add mod">
          <ac:chgData name="Tim Miller" userId="e118c78a-470c-4863-8b52-3aa598a6a1d5" providerId="ADAL" clId="{F7D8C5D0-A365-4F6B-BF6F-3FC93BBB19C9}" dt="2026-05-14T06:59:56.830" v="6906" actId="33524"/>
          <ac:spMkLst>
            <pc:docMk/>
            <pc:sldMk cId="149185634" sldId="543"/>
            <ac:spMk id="8" creationId="{10DF2A81-BB89-BFEE-C68E-7AAA39AD233D}"/>
          </ac:spMkLst>
        </pc:spChg>
        <pc:spChg chg="add mod">
          <ac:chgData name="Tim Miller" userId="e118c78a-470c-4863-8b52-3aa598a6a1d5" providerId="ADAL" clId="{F7D8C5D0-A365-4F6B-BF6F-3FC93BBB19C9}" dt="2026-05-14T06:56:07.856" v="6888" actId="1076"/>
          <ac:spMkLst>
            <pc:docMk/>
            <pc:sldMk cId="149185634" sldId="543"/>
            <ac:spMk id="11" creationId="{E288F968-794E-938E-443C-5214311A3BA7}"/>
          </ac:spMkLst>
        </pc:spChg>
        <pc:spChg chg="add mod">
          <ac:chgData name="Tim Miller" userId="e118c78a-470c-4863-8b52-3aa598a6a1d5" providerId="ADAL" clId="{F7D8C5D0-A365-4F6B-BF6F-3FC93BBB19C9}" dt="2026-05-14T06:56:44.440" v="6905" actId="1076"/>
          <ac:spMkLst>
            <pc:docMk/>
            <pc:sldMk cId="149185634" sldId="543"/>
            <ac:spMk id="12" creationId="{5851280D-987A-DF58-EEEF-9727EBD5B666}"/>
          </ac:spMkLst>
        </pc:spChg>
        <pc:spChg chg="add mod">
          <ac:chgData name="Tim Miller" userId="e118c78a-470c-4863-8b52-3aa598a6a1d5" providerId="ADAL" clId="{F7D8C5D0-A365-4F6B-BF6F-3FC93BBB19C9}" dt="2026-05-14T06:56:40.448" v="6904" actId="1076"/>
          <ac:spMkLst>
            <pc:docMk/>
            <pc:sldMk cId="149185634" sldId="543"/>
            <ac:spMk id="13" creationId="{6BD1DBFA-6E5C-7C09-B01E-7770F69505B6}"/>
          </ac:spMkLst>
        </pc:spChg>
        <pc:spChg chg="del">
          <ac:chgData name="Tim Miller" userId="e118c78a-470c-4863-8b52-3aa598a6a1d5" providerId="ADAL" clId="{F7D8C5D0-A365-4F6B-BF6F-3FC93BBB19C9}" dt="2026-05-14T06:50:18.449" v="6710" actId="478"/>
          <ac:spMkLst>
            <pc:docMk/>
            <pc:sldMk cId="149185634" sldId="543"/>
            <ac:spMk id="41" creationId="{868F4D2A-767E-1554-DEFF-0EAC4E8D4504}"/>
          </ac:spMkLst>
        </pc:spChg>
        <pc:spChg chg="del">
          <ac:chgData name="Tim Miller" userId="e118c78a-470c-4863-8b52-3aa598a6a1d5" providerId="ADAL" clId="{F7D8C5D0-A365-4F6B-BF6F-3FC93BBB19C9}" dt="2026-05-14T06:50:18.449" v="6710" actId="478"/>
          <ac:spMkLst>
            <pc:docMk/>
            <pc:sldMk cId="149185634" sldId="543"/>
            <ac:spMk id="42" creationId="{2555992D-B5DB-2D8A-9DE9-0634237F8B8F}"/>
          </ac:spMkLst>
        </pc:spChg>
        <pc:spChg chg="del">
          <ac:chgData name="Tim Miller" userId="e118c78a-470c-4863-8b52-3aa598a6a1d5" providerId="ADAL" clId="{F7D8C5D0-A365-4F6B-BF6F-3FC93BBB19C9}" dt="2026-05-14T06:50:18.449" v="6710" actId="478"/>
          <ac:spMkLst>
            <pc:docMk/>
            <pc:sldMk cId="149185634" sldId="543"/>
            <ac:spMk id="43" creationId="{5F987FE8-D3BB-F0FC-F8C0-597E9B2278E7}"/>
          </ac:spMkLst>
        </pc:spChg>
        <pc:spChg chg="del">
          <ac:chgData name="Tim Miller" userId="e118c78a-470c-4863-8b52-3aa598a6a1d5" providerId="ADAL" clId="{F7D8C5D0-A365-4F6B-BF6F-3FC93BBB19C9}" dt="2026-05-14T06:50:18.449" v="6710" actId="478"/>
          <ac:spMkLst>
            <pc:docMk/>
            <pc:sldMk cId="149185634" sldId="543"/>
            <ac:spMk id="44" creationId="{C5CAC33A-99FE-8ADA-75B1-68CE5D7297D0}"/>
          </ac:spMkLst>
        </pc:spChg>
        <pc:spChg chg="del">
          <ac:chgData name="Tim Miller" userId="e118c78a-470c-4863-8b52-3aa598a6a1d5" providerId="ADAL" clId="{F7D8C5D0-A365-4F6B-BF6F-3FC93BBB19C9}" dt="2026-05-14T06:50:18.449" v="6710" actId="478"/>
          <ac:spMkLst>
            <pc:docMk/>
            <pc:sldMk cId="149185634" sldId="543"/>
            <ac:spMk id="45" creationId="{7255695D-9E43-E352-000C-3C816FE22188}"/>
          </ac:spMkLst>
        </pc:spChg>
        <pc:grpChg chg="del">
          <ac:chgData name="Tim Miller" userId="e118c78a-470c-4863-8b52-3aa598a6a1d5" providerId="ADAL" clId="{F7D8C5D0-A365-4F6B-BF6F-3FC93BBB19C9}" dt="2026-05-14T06:50:18.449" v="6710" actId="478"/>
          <ac:grpSpMkLst>
            <pc:docMk/>
            <pc:sldMk cId="149185634" sldId="543"/>
            <ac:grpSpMk id="36" creationId="{C12199B7-0594-2D7B-FC1E-903F33FD7E69}"/>
          </ac:grpSpMkLst>
        </pc:grpChg>
        <pc:grpChg chg="del">
          <ac:chgData name="Tim Miller" userId="e118c78a-470c-4863-8b52-3aa598a6a1d5" providerId="ADAL" clId="{F7D8C5D0-A365-4F6B-BF6F-3FC93BBB19C9}" dt="2026-05-14T06:50:18.449" v="6710" actId="478"/>
          <ac:grpSpMkLst>
            <pc:docMk/>
            <pc:sldMk cId="149185634" sldId="543"/>
            <ac:grpSpMk id="37" creationId="{C3963570-247E-8E0B-A863-AEED445A964A}"/>
          </ac:grpSpMkLst>
        </pc:grpChg>
        <pc:grpChg chg="del">
          <ac:chgData name="Tim Miller" userId="e118c78a-470c-4863-8b52-3aa598a6a1d5" providerId="ADAL" clId="{F7D8C5D0-A365-4F6B-BF6F-3FC93BBB19C9}" dt="2026-05-14T06:50:18.449" v="6710" actId="478"/>
          <ac:grpSpMkLst>
            <pc:docMk/>
            <pc:sldMk cId="149185634" sldId="543"/>
            <ac:grpSpMk id="38" creationId="{1B5868BF-6C64-AED2-1457-10493B12FCD3}"/>
          </ac:grpSpMkLst>
        </pc:grpChg>
        <pc:grpChg chg="del">
          <ac:chgData name="Tim Miller" userId="e118c78a-470c-4863-8b52-3aa598a6a1d5" providerId="ADAL" clId="{F7D8C5D0-A365-4F6B-BF6F-3FC93BBB19C9}" dt="2026-05-14T06:50:18.449" v="6710" actId="478"/>
          <ac:grpSpMkLst>
            <pc:docMk/>
            <pc:sldMk cId="149185634" sldId="543"/>
            <ac:grpSpMk id="40" creationId="{D6C81671-33CB-BAFC-0DB1-AA85CB0F43C3}"/>
          </ac:grpSpMkLst>
        </pc:grpChg>
        <pc:picChg chg="add del mod">
          <ac:chgData name="Tim Miller" userId="e118c78a-470c-4863-8b52-3aa598a6a1d5" providerId="ADAL" clId="{F7D8C5D0-A365-4F6B-BF6F-3FC93BBB19C9}" dt="2026-05-14T06:55:18.805" v="6852" actId="478"/>
          <ac:picMkLst>
            <pc:docMk/>
            <pc:sldMk cId="149185634" sldId="543"/>
            <ac:picMk id="7" creationId="{1729DA3D-2A45-52DB-59B5-60AE87E993CC}"/>
          </ac:picMkLst>
        </pc:picChg>
        <pc:picChg chg="add mod">
          <ac:chgData name="Tim Miller" userId="e118c78a-470c-4863-8b52-3aa598a6a1d5" providerId="ADAL" clId="{F7D8C5D0-A365-4F6B-BF6F-3FC93BBB19C9}" dt="2026-05-14T06:55:22.092" v="6854" actId="1076"/>
          <ac:picMkLst>
            <pc:docMk/>
            <pc:sldMk cId="149185634" sldId="543"/>
            <ac:picMk id="9" creationId="{E927CDE0-E4CF-3BC5-C555-9723F9DCA24D}"/>
          </ac:picMkLst>
        </pc:picChg>
      </pc:sldChg>
      <pc:sldChg chg="addSp modSp add mod">
        <pc:chgData name="Tim Miller" userId="e118c78a-470c-4863-8b52-3aa598a6a1d5" providerId="ADAL" clId="{F7D8C5D0-A365-4F6B-BF6F-3FC93BBB19C9}" dt="2026-05-14T07:08:21.732" v="7360" actId="20577"/>
        <pc:sldMkLst>
          <pc:docMk/>
          <pc:sldMk cId="2700770775" sldId="544"/>
        </pc:sldMkLst>
        <pc:spChg chg="mod">
          <ac:chgData name="Tim Miller" userId="e118c78a-470c-4863-8b52-3aa598a6a1d5" providerId="ADAL" clId="{F7D8C5D0-A365-4F6B-BF6F-3FC93BBB19C9}" dt="2026-05-14T07:07:39.093" v="7213" actId="20577"/>
          <ac:spMkLst>
            <pc:docMk/>
            <pc:sldMk cId="2700770775" sldId="544"/>
            <ac:spMk id="2" creationId="{F707E9FC-7A16-6069-DB1A-04C4E9D4A346}"/>
          </ac:spMkLst>
        </pc:spChg>
        <pc:spChg chg="add mod">
          <ac:chgData name="Tim Miller" userId="e118c78a-470c-4863-8b52-3aa598a6a1d5" providerId="ADAL" clId="{F7D8C5D0-A365-4F6B-BF6F-3FC93BBB19C9}" dt="2026-05-14T07:08:21.732" v="7360" actId="20577"/>
          <ac:spMkLst>
            <pc:docMk/>
            <pc:sldMk cId="2700770775" sldId="544"/>
            <ac:spMk id="5" creationId="{1F3EFE56-ED65-94DB-8B01-876F67E93A52}"/>
          </ac:spMkLst>
        </pc:spChg>
        <pc:spChg chg="mod">
          <ac:chgData name="Tim Miller" userId="e118c78a-470c-4863-8b52-3aa598a6a1d5" providerId="ADAL" clId="{F7D8C5D0-A365-4F6B-BF6F-3FC93BBB19C9}" dt="2026-05-14T07:07:41.120" v="7214" actId="1076"/>
          <ac:spMkLst>
            <pc:docMk/>
            <pc:sldMk cId="2700770775" sldId="544"/>
            <ac:spMk id="7" creationId="{16576C15-CAFF-0F81-1A10-E36981D2140C}"/>
          </ac:spMkLst>
        </pc:spChg>
      </pc:sldChg>
      <pc:sldChg chg="new del">
        <pc:chgData name="Tim Miller" userId="e118c78a-470c-4863-8b52-3aa598a6a1d5" providerId="ADAL" clId="{F7D8C5D0-A365-4F6B-BF6F-3FC93BBB19C9}" dt="2026-05-14T07:04:57.386" v="7113" actId="2696"/>
        <pc:sldMkLst>
          <pc:docMk/>
          <pc:sldMk cId="3565644060" sldId="544"/>
        </pc:sldMkLst>
      </pc:sldChg>
      <pc:sldChg chg="new del">
        <pc:chgData name="Tim Miller" userId="e118c78a-470c-4863-8b52-3aa598a6a1d5" providerId="ADAL" clId="{F7D8C5D0-A365-4F6B-BF6F-3FC93BBB19C9}" dt="2026-05-14T07:01:00.701" v="6909" actId="680"/>
        <pc:sldMkLst>
          <pc:docMk/>
          <pc:sldMk cId="1144708964" sldId="545"/>
        </pc:sldMkLst>
      </pc:sldChg>
      <pc:sldChg chg="addSp delSp modSp add mod">
        <pc:chgData name="Tim Miller" userId="e118c78a-470c-4863-8b52-3aa598a6a1d5" providerId="ADAL" clId="{F7D8C5D0-A365-4F6B-BF6F-3FC93BBB19C9}" dt="2026-05-15T00:59:44.215" v="8489" actId="20577"/>
        <pc:sldMkLst>
          <pc:docMk/>
          <pc:sldMk cId="4056515748" sldId="545"/>
        </pc:sldMkLst>
        <pc:spChg chg="mod">
          <ac:chgData name="Tim Miller" userId="e118c78a-470c-4863-8b52-3aa598a6a1d5" providerId="ADAL" clId="{F7D8C5D0-A365-4F6B-BF6F-3FC93BBB19C9}" dt="2026-05-14T07:16:20.915" v="7473" actId="20577"/>
          <ac:spMkLst>
            <pc:docMk/>
            <pc:sldMk cId="4056515748" sldId="545"/>
            <ac:spMk id="2" creationId="{5A83B8E9-135E-3D18-B0A4-1323FA0DF252}"/>
          </ac:spMkLst>
        </pc:spChg>
        <pc:spChg chg="del mod">
          <ac:chgData name="Tim Miller" userId="e118c78a-470c-4863-8b52-3aa598a6a1d5" providerId="ADAL" clId="{F7D8C5D0-A365-4F6B-BF6F-3FC93BBB19C9}" dt="2026-05-14T07:17:02.824" v="7605" actId="478"/>
          <ac:spMkLst>
            <pc:docMk/>
            <pc:sldMk cId="4056515748" sldId="545"/>
            <ac:spMk id="5" creationId="{906B83FB-6757-BD96-D286-8E0B2B7D0638}"/>
          </ac:spMkLst>
        </pc:spChg>
        <pc:spChg chg="add mod">
          <ac:chgData name="Tim Miller" userId="e118c78a-470c-4863-8b52-3aa598a6a1d5" providerId="ADAL" clId="{F7D8C5D0-A365-4F6B-BF6F-3FC93BBB19C9}" dt="2026-05-15T00:59:44.215" v="8489" actId="20577"/>
          <ac:spMkLst>
            <pc:docMk/>
            <pc:sldMk cId="4056515748" sldId="545"/>
            <ac:spMk id="6" creationId="{7D045C8B-0B20-CAC2-DF51-D2869D0715B8}"/>
          </ac:spMkLst>
        </pc:spChg>
        <pc:spChg chg="mod">
          <ac:chgData name="Tim Miller" userId="e118c78a-470c-4863-8b52-3aa598a6a1d5" providerId="ADAL" clId="{F7D8C5D0-A365-4F6B-BF6F-3FC93BBB19C9}" dt="2026-05-14T07:17:51.830" v="7690" actId="20577"/>
          <ac:spMkLst>
            <pc:docMk/>
            <pc:sldMk cId="4056515748" sldId="545"/>
            <ac:spMk id="7" creationId="{7A5CCED7-3ABC-5A06-9EAC-9E7051DFA44C}"/>
          </ac:spMkLst>
        </pc:spChg>
      </pc:sldChg>
      <pc:sldChg chg="modSp add mod">
        <pc:chgData name="Tim Miller" userId="e118c78a-470c-4863-8b52-3aa598a6a1d5" providerId="ADAL" clId="{F7D8C5D0-A365-4F6B-BF6F-3FC93BBB19C9}" dt="2026-05-14T07:20:33.320" v="7739" actId="20577"/>
        <pc:sldMkLst>
          <pc:docMk/>
          <pc:sldMk cId="3430707911" sldId="546"/>
        </pc:sldMkLst>
        <pc:spChg chg="mod">
          <ac:chgData name="Tim Miller" userId="e118c78a-470c-4863-8b52-3aa598a6a1d5" providerId="ADAL" clId="{F7D8C5D0-A365-4F6B-BF6F-3FC93BBB19C9}" dt="2026-05-14T07:20:17.469" v="7729" actId="20577"/>
          <ac:spMkLst>
            <pc:docMk/>
            <pc:sldMk cId="3430707911" sldId="546"/>
            <ac:spMk id="3" creationId="{E20A2C86-AAF2-CB6F-0087-FD3C3313E847}"/>
          </ac:spMkLst>
        </pc:spChg>
        <pc:spChg chg="mod">
          <ac:chgData name="Tim Miller" userId="e118c78a-470c-4863-8b52-3aa598a6a1d5" providerId="ADAL" clId="{F7D8C5D0-A365-4F6B-BF6F-3FC93BBB19C9}" dt="2026-05-14T07:20:33.320" v="7739" actId="20577"/>
          <ac:spMkLst>
            <pc:docMk/>
            <pc:sldMk cId="3430707911" sldId="546"/>
            <ac:spMk id="32" creationId="{031C4FA2-CDCB-ADE2-2419-BEC57EB662F0}"/>
          </ac:spMkLst>
        </pc:spChg>
      </pc:sldChg>
      <pc:sldChg chg="addSp delSp modSp add mod">
        <pc:chgData name="Tim Miller" userId="e118c78a-470c-4863-8b52-3aa598a6a1d5" providerId="ADAL" clId="{F7D8C5D0-A365-4F6B-BF6F-3FC93BBB19C9}" dt="2026-05-14T22:53:27.729" v="7916" actId="20577"/>
        <pc:sldMkLst>
          <pc:docMk/>
          <pc:sldMk cId="1479749738" sldId="547"/>
        </pc:sldMkLst>
        <pc:spChg chg="mod">
          <ac:chgData name="Tim Miller" userId="e118c78a-470c-4863-8b52-3aa598a6a1d5" providerId="ADAL" clId="{F7D8C5D0-A365-4F6B-BF6F-3FC93BBB19C9}" dt="2026-05-14T22:53:27.729" v="7916" actId="20577"/>
          <ac:spMkLst>
            <pc:docMk/>
            <pc:sldMk cId="1479749738" sldId="547"/>
            <ac:spMk id="3" creationId="{5C4292F7-8755-9827-2029-ABB07AC91172}"/>
          </ac:spMkLst>
        </pc:spChg>
        <pc:spChg chg="mod">
          <ac:chgData name="Tim Miller" userId="e118c78a-470c-4863-8b52-3aa598a6a1d5" providerId="ADAL" clId="{F7D8C5D0-A365-4F6B-BF6F-3FC93BBB19C9}" dt="2026-05-14T07:21:25.939" v="7804" actId="1076"/>
          <ac:spMkLst>
            <pc:docMk/>
            <pc:sldMk cId="1479749738" sldId="547"/>
            <ac:spMk id="32" creationId="{0DF8220C-9136-52F3-6580-3BC0B9EE3794}"/>
          </ac:spMkLst>
        </pc:spChg>
        <pc:picChg chg="add del mod">
          <ac:chgData name="Tim Miller" userId="e118c78a-470c-4863-8b52-3aa598a6a1d5" providerId="ADAL" clId="{F7D8C5D0-A365-4F6B-BF6F-3FC93BBB19C9}" dt="2026-05-14T22:53:23.029" v="7903" actId="478"/>
          <ac:picMkLst>
            <pc:docMk/>
            <pc:sldMk cId="1479749738" sldId="547"/>
            <ac:picMk id="2" creationId="{1EC6A54B-5A45-7F5E-5F84-2D3887A74147}"/>
          </ac:picMkLst>
        </pc:picChg>
      </pc:sldChg>
      <pc:sldChg chg="addSp delSp modSp add mod">
        <pc:chgData name="Tim Miller" userId="e118c78a-470c-4863-8b52-3aa598a6a1d5" providerId="ADAL" clId="{F7D8C5D0-A365-4F6B-BF6F-3FC93BBB19C9}" dt="2026-05-14T10:49:07.720" v="7881" actId="12789"/>
        <pc:sldMkLst>
          <pc:docMk/>
          <pc:sldMk cId="1292708152" sldId="548"/>
        </pc:sldMkLst>
        <pc:spChg chg="del">
          <ac:chgData name="Tim Miller" userId="e118c78a-470c-4863-8b52-3aa598a6a1d5" providerId="ADAL" clId="{F7D8C5D0-A365-4F6B-BF6F-3FC93BBB19C9}" dt="2026-05-14T10:43:31.215" v="7814" actId="478"/>
          <ac:spMkLst>
            <pc:docMk/>
            <pc:sldMk cId="1292708152" sldId="548"/>
            <ac:spMk id="3" creationId="{C8CE6DE7-9669-D0CF-1970-F3528B4B701D}"/>
          </ac:spMkLst>
        </pc:spChg>
        <pc:spChg chg="add del mod">
          <ac:chgData name="Tim Miller" userId="e118c78a-470c-4863-8b52-3aa598a6a1d5" providerId="ADAL" clId="{F7D8C5D0-A365-4F6B-BF6F-3FC93BBB19C9}" dt="2026-05-14T10:43:34.552" v="7815" actId="478"/>
          <ac:spMkLst>
            <pc:docMk/>
            <pc:sldMk cId="1292708152" sldId="548"/>
            <ac:spMk id="7" creationId="{6C8412E3-25D0-2032-033F-FF30FFD35F81}"/>
          </ac:spMkLst>
        </pc:spChg>
        <pc:spChg chg="del">
          <ac:chgData name="Tim Miller" userId="e118c78a-470c-4863-8b52-3aa598a6a1d5" providerId="ADAL" clId="{F7D8C5D0-A365-4F6B-BF6F-3FC93BBB19C9}" dt="2026-05-14T10:43:19.416" v="7809" actId="478"/>
          <ac:spMkLst>
            <pc:docMk/>
            <pc:sldMk cId="1292708152" sldId="548"/>
            <ac:spMk id="32" creationId="{DCF5C478-60EF-5593-8C5D-F995C95BEC48}"/>
          </ac:spMkLst>
        </pc:spChg>
        <pc:picChg chg="mod">
          <ac:chgData name="Tim Miller" userId="e118c78a-470c-4863-8b52-3aa598a6a1d5" providerId="ADAL" clId="{F7D8C5D0-A365-4F6B-BF6F-3FC93BBB19C9}" dt="2026-05-14T10:49:07.720" v="7881" actId="12789"/>
          <ac:picMkLst>
            <pc:docMk/>
            <pc:sldMk cId="1292708152" sldId="548"/>
            <ac:picMk id="2" creationId="{35BA191E-A955-EE0E-75AE-118B6241C5DD}"/>
          </ac:picMkLst>
        </pc:picChg>
      </pc:sldChg>
      <pc:sldChg chg="addSp delSp modSp add mod modAnim">
        <pc:chgData name="Tim Miller" userId="e118c78a-470c-4863-8b52-3aa598a6a1d5" providerId="ADAL" clId="{F7D8C5D0-A365-4F6B-BF6F-3FC93BBB19C9}" dt="2026-05-14T10:48:23.855" v="7872"/>
        <pc:sldMkLst>
          <pc:docMk/>
          <pc:sldMk cId="4102413676" sldId="549"/>
        </pc:sldMkLst>
        <pc:spChg chg="mod">
          <ac:chgData name="Tim Miller" userId="e118c78a-470c-4863-8b52-3aa598a6a1d5" providerId="ADAL" clId="{F7D8C5D0-A365-4F6B-BF6F-3FC93BBB19C9}" dt="2026-05-14T10:45:59.908" v="7846" actId="20577"/>
          <ac:spMkLst>
            <pc:docMk/>
            <pc:sldMk cId="4102413676" sldId="549"/>
            <ac:spMk id="3" creationId="{CBE9AB8F-29A3-A240-DA92-DD5964726764}"/>
          </ac:spMkLst>
        </pc:spChg>
        <pc:spChg chg="del">
          <ac:chgData name="Tim Miller" userId="e118c78a-470c-4863-8b52-3aa598a6a1d5" providerId="ADAL" clId="{F7D8C5D0-A365-4F6B-BF6F-3FC93BBB19C9}" dt="2026-05-14T10:46:15.086" v="7847" actId="478"/>
          <ac:spMkLst>
            <pc:docMk/>
            <pc:sldMk cId="4102413676" sldId="549"/>
            <ac:spMk id="8" creationId="{C09B6DA9-75DA-AEF9-D189-A542C70107DF}"/>
          </ac:spMkLst>
        </pc:spChg>
        <pc:spChg chg="add mod">
          <ac:chgData name="Tim Miller" userId="e118c78a-470c-4863-8b52-3aa598a6a1d5" providerId="ADAL" clId="{F7D8C5D0-A365-4F6B-BF6F-3FC93BBB19C9}" dt="2026-05-14T10:47:03.491" v="7861" actId="1582"/>
          <ac:spMkLst>
            <pc:docMk/>
            <pc:sldMk cId="4102413676" sldId="549"/>
            <ac:spMk id="10" creationId="{A6F1FB85-8897-34BF-2F4E-7B80A59CCA59}"/>
          </ac:spMkLst>
        </pc:spChg>
        <pc:spChg chg="del mod">
          <ac:chgData name="Tim Miller" userId="e118c78a-470c-4863-8b52-3aa598a6a1d5" providerId="ADAL" clId="{F7D8C5D0-A365-4F6B-BF6F-3FC93BBB19C9}" dt="2026-05-14T10:46:20.075" v="7851" actId="478"/>
          <ac:spMkLst>
            <pc:docMk/>
            <pc:sldMk cId="4102413676" sldId="549"/>
            <ac:spMk id="11" creationId="{0A99C1DB-CACC-F1F0-9E69-AA0F3BFD81AD}"/>
          </ac:spMkLst>
        </pc:spChg>
        <pc:spChg chg="del mod">
          <ac:chgData name="Tim Miller" userId="e118c78a-470c-4863-8b52-3aa598a6a1d5" providerId="ADAL" clId="{F7D8C5D0-A365-4F6B-BF6F-3FC93BBB19C9}" dt="2026-05-14T10:46:20.075" v="7851" actId="478"/>
          <ac:spMkLst>
            <pc:docMk/>
            <pc:sldMk cId="4102413676" sldId="549"/>
            <ac:spMk id="12" creationId="{9C0ECA66-500A-165A-B389-4F3D1E4208CD}"/>
          </ac:spMkLst>
        </pc:spChg>
        <pc:spChg chg="del">
          <ac:chgData name="Tim Miller" userId="e118c78a-470c-4863-8b52-3aa598a6a1d5" providerId="ADAL" clId="{F7D8C5D0-A365-4F6B-BF6F-3FC93BBB19C9}" dt="2026-05-14T10:46:20.075" v="7851" actId="478"/>
          <ac:spMkLst>
            <pc:docMk/>
            <pc:sldMk cId="4102413676" sldId="549"/>
            <ac:spMk id="13" creationId="{1A1BA417-34BC-CDFC-D463-397BC7174C32}"/>
          </ac:spMkLst>
        </pc:spChg>
        <pc:picChg chg="add mod">
          <ac:chgData name="Tim Miller" userId="e118c78a-470c-4863-8b52-3aa598a6a1d5" providerId="ADAL" clId="{F7D8C5D0-A365-4F6B-BF6F-3FC93BBB19C9}" dt="2026-05-14T10:46:32.678" v="7855" actId="1076"/>
          <ac:picMkLst>
            <pc:docMk/>
            <pc:sldMk cId="4102413676" sldId="549"/>
            <ac:picMk id="7" creationId="{CCEA9DA5-3FF3-6052-8E03-D4B8B783C677}"/>
          </ac:picMkLst>
        </pc:picChg>
        <pc:picChg chg="del">
          <ac:chgData name="Tim Miller" userId="e118c78a-470c-4863-8b52-3aa598a6a1d5" providerId="ADAL" clId="{F7D8C5D0-A365-4F6B-BF6F-3FC93BBB19C9}" dt="2026-05-14T10:46:16.623" v="7849" actId="478"/>
          <ac:picMkLst>
            <pc:docMk/>
            <pc:sldMk cId="4102413676" sldId="549"/>
            <ac:picMk id="9" creationId="{6C5C0A90-2F28-F130-ACBF-3611192A52E4}"/>
          </ac:picMkLst>
        </pc:picChg>
        <pc:picChg chg="add del mod">
          <ac:chgData name="Tim Miller" userId="e118c78a-470c-4863-8b52-3aa598a6a1d5" providerId="ADAL" clId="{F7D8C5D0-A365-4F6B-BF6F-3FC93BBB19C9}" dt="2026-05-14T10:47:56.622" v="7864" actId="21"/>
          <ac:picMkLst>
            <pc:docMk/>
            <pc:sldMk cId="4102413676" sldId="549"/>
            <ac:picMk id="15" creationId="{ABE373B5-0DAD-023A-39D1-678B41631898}"/>
          </ac:picMkLst>
        </pc:picChg>
        <pc:picChg chg="add mod">
          <ac:chgData name="Tim Miller" userId="e118c78a-470c-4863-8b52-3aa598a6a1d5" providerId="ADAL" clId="{F7D8C5D0-A365-4F6B-BF6F-3FC93BBB19C9}" dt="2026-05-14T10:48:20.386" v="7871" actId="12788"/>
          <ac:picMkLst>
            <pc:docMk/>
            <pc:sldMk cId="4102413676" sldId="549"/>
            <ac:picMk id="17" creationId="{E3CACA68-3196-3967-3AB1-32992B70753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15/05/2026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15/05/2026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Guidelines for use:</a:t>
            </a:r>
            <a:endParaRPr dirty="0"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Use this slide when presenting at UQ or at any site in Australia, when appropriate. </a:t>
            </a:r>
            <a:endParaRPr dirty="0"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Remember to pause briefly after acknowledging Country as a sign of respect. </a:t>
            </a:r>
            <a:endParaRPr dirty="0"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If you are more familiar with acknowledging Country you may add a statement about the event, meeting or forum’s connection with Country. </a:t>
            </a:r>
            <a:b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</a:b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For example, at a higher education event you might acknowledge that the campus has always been a space for teaching, learning, research and collaboration tens of thousands of years before it was established as a university campus, and this continues today.</a:t>
            </a:r>
          </a:p>
          <a:p>
            <a:pPr>
              <a:defRPr/>
            </a:pPr>
            <a:endParaRPr lang="en-AU" sz="1200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>
              <a:defRPr/>
            </a:pPr>
            <a:r>
              <a:rPr lang="en-AU" sz="1200" b="1" u="non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Longer version</a:t>
            </a:r>
            <a:endParaRPr dirty="0"/>
          </a:p>
          <a:p>
            <a:pPr>
              <a:defRPr/>
            </a:pPr>
            <a:r>
              <a:rPr lang="en-AU" sz="1200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I acknowledge the Traditional Owners and their custodianship of the lands on which we meet today. I pay my respects to their Ancestors and their descendants, who continue cultural and spiritual connections to Country. I recognise their valuable contributions to Australian and global society.</a:t>
            </a:r>
            <a:endParaRPr dirty="0"/>
          </a:p>
          <a:p>
            <a:pPr>
              <a:defRPr/>
            </a:pPr>
            <a:endParaRPr lang="en-AU" sz="1200" b="1" u="none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>
              <a:defRPr/>
            </a:pPr>
            <a:r>
              <a:rPr lang="en-AU" sz="1200" b="1" u="none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Shorter version</a:t>
            </a:r>
            <a:endParaRPr dirty="0"/>
          </a:p>
          <a:p>
            <a:pPr>
              <a:defRPr/>
            </a:pPr>
            <a:r>
              <a:rPr lang="en-AU" sz="1200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I (too,) acknowledge the Traditional Owners and their custodianship of the lands on which we meet today and pay my respects to their Ancestors and their descendants.</a:t>
            </a:r>
            <a:endParaRPr dirty="0"/>
          </a:p>
          <a:p>
            <a:pPr>
              <a:defRPr/>
            </a:pPr>
            <a:endParaRPr lang="en-AU" sz="1200" dirty="0">
              <a:solidFill>
                <a:schemeClr val="tx1"/>
              </a:solidFill>
              <a:latin typeface="Calibri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AU" sz="1200" i="1" dirty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Slide last updated July 2023. </a:t>
            </a:r>
            <a:r>
              <a:rPr lang="en-US" i="1" dirty="0"/>
              <a:t>Source: </a:t>
            </a:r>
            <a:r>
              <a:rPr lang="en-AU" i="1" dirty="0"/>
              <a:t>DVC(IE): contact Rebecca Klein. </a:t>
            </a:r>
            <a:endParaRPr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EF05BAA-92F6-4DEA-A832-E4B15A2F525C}" type="slidenum">
              <a:rPr lang="en-AU"/>
              <a:t>2</a:t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1806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2558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tower&#10;&#10;Description automatically generated with low confidence">
            <a:extLst>
              <a:ext uri="{FF2B5EF4-FFF2-40B4-BE49-F238E27FC236}">
                <a16:creationId xmlns:a16="http://schemas.microsoft.com/office/drawing/2014/main" id="{C6DB3624-4941-49E4-AEA5-F35B927A0D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785" b="99676" l="9908" r="92237">
                        <a14:foregroundMark x1="63432" y1="96319" x2="63432" y2="96319"/>
                        <a14:foregroundMark x1="63432" y1="96319" x2="89122" y2="95510"/>
                        <a14:foregroundMark x1="89122" y1="95510" x2="92237" y2="98908"/>
                        <a14:foregroundMark x1="92237" y1="98908" x2="51379" y2="99676"/>
                        <a14:foregroundMark x1="70072" y1="69175" x2="78652" y2="71157"/>
                        <a14:foregroundMark x1="78652" y1="71157" x2="79111" y2="66828"/>
                        <a14:foregroundMark x1="79111" y1="66828" x2="79316" y2="665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183"/>
          <a:stretch/>
        </p:blipFill>
        <p:spPr>
          <a:xfrm>
            <a:off x="5356624" y="1"/>
            <a:ext cx="6981246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6454905" cy="6857615"/>
          </a:xfrm>
          <a:custGeom>
            <a:avLst/>
            <a:gdLst/>
            <a:ahLst/>
            <a:cxnLst/>
            <a:rect l="l" t="t" r="r" b="b"/>
            <a:pathLst>
              <a:path w="10643870" h="11308715">
                <a:moveTo>
                  <a:pt x="7613621" y="0"/>
                </a:moveTo>
                <a:lnTo>
                  <a:pt x="0" y="0"/>
                </a:lnTo>
                <a:lnTo>
                  <a:pt x="0" y="11308556"/>
                </a:lnTo>
                <a:lnTo>
                  <a:pt x="10643749" y="11308556"/>
                </a:lnTo>
                <a:lnTo>
                  <a:pt x="7613621" y="0"/>
                </a:lnTo>
                <a:close/>
              </a:path>
            </a:pathLst>
          </a:custGeom>
          <a:solidFill>
            <a:srgbClr val="2C1642"/>
          </a:solidFill>
        </p:spPr>
        <p:txBody>
          <a:bodyPr wrap="square" lIns="0" tIns="0" rIns="0" bIns="0" rtlCol="0"/>
          <a:lstStyle/>
          <a:p>
            <a:endParaRPr sz="1092" dirty="0">
              <a:solidFill>
                <a:schemeClr val="bg1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 hasCustomPrompt="1"/>
          </p:nvPr>
        </p:nvSpPr>
        <p:spPr>
          <a:xfrm>
            <a:off x="600984" y="980728"/>
            <a:ext cx="385277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COMP1100/7110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 hasCustomPrompt="1"/>
          </p:nvPr>
        </p:nvSpPr>
        <p:spPr>
          <a:xfrm>
            <a:off x="595756" y="4653136"/>
            <a:ext cx="5134976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School of Electrical Engineering and Computer Science</a:t>
            </a:r>
            <a:br>
              <a:rPr lang="en-AU" dirty="0"/>
            </a:br>
            <a:r>
              <a:rPr lang="en-AU" dirty="0"/>
              <a:t>The University of Queensland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1315" y="591213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Semester 2, 2024</a:t>
            </a:r>
          </a:p>
        </p:txBody>
      </p:sp>
    </p:spTree>
    <p:extLst>
      <p:ext uri="{BB962C8B-B14F-4D97-AF65-F5344CB8AC3E}">
        <p14:creationId xmlns:p14="http://schemas.microsoft.com/office/powerpoint/2010/main" val="177099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gradFill>
          <a:gsLst>
            <a:gs pos="0">
              <a:srgbClr val="962A8B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365323-3F4C-42A2-A8C5-E7C02EECE16E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rgbClr val="FFFFFF"/>
          </a:soli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rgbClr val="51247A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rgbClr val="999490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8853-2263-DFE9-D4DB-34974456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7F7E37-8565-4210-8CB9-D04B2BAF361C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rgbClr val="51247A"/>
              </a:gs>
              <a:gs pos="100000">
                <a:srgbClr val="962A8B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B1D37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AC95EBE-2B41-83C2-04AE-F53ADADC5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9A60ED-79D3-4B3F-A150-9831CF002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7492" y="282703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CDA3659-A7C6-451A-99C1-5E9DC9C18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7464" y="435405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3BFDD502-55B1-4F89-AAFD-9DDC1140D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9C6CF3-60A7-899D-2A0B-5CB145E232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D5D6F3A-F693-467C-8FA0-0B09E09F2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432C9E-CC92-4B1E-A531-00A7F945E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2" y="2012082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B01333-1B7A-4924-B0F3-974EA9241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3484" y="3539108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43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Text with Image Two Thirds 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17DE0E-AFB1-41FD-BC35-27DB61CA125F}" type="slidenum">
              <a:rPr lang="en-AU"/>
              <a:t>‹#›</a:t>
            </a:fld>
            <a:endParaRPr lang="en-AU"/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AU" sz="1400">
                <a:solidFill>
                  <a:schemeClr val="bg1"/>
                </a:solidFill>
              </a:rPr>
              <a:t>For this slide design, you can change the background colour</a:t>
            </a:r>
            <a:endParaRPr/>
          </a:p>
          <a:p>
            <a:pPr>
              <a:defRPr/>
            </a:pPr>
            <a:r>
              <a:rPr lang="en-AU" sz="1400">
                <a:solidFill>
                  <a:schemeClr val="bg1"/>
                </a:solidFill>
              </a:rPr>
              <a:t>by right-clicking somewhere on the slide, not in a content placeholder.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‘Format Background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Under the ‘Fill’ menu, ‘change ‘Solid fill’ to a colour from the palette</a:t>
            </a:r>
            <a:endParaRPr lang="en-AU" sz="1400">
              <a:solidFill>
                <a:schemeClr val="bg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76800" y="1198800"/>
            <a:ext cx="3384548" cy="503510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76800" y="18000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  <a:latin typeface="+mj-lt"/>
              </a:defRPr>
            </a:lvl1pPr>
            <a:lvl2pPr marL="612" indent="0">
              <a:buNone/>
              <a:defRPr/>
            </a:lvl2pPr>
          </a:lstStyle>
          <a:p>
            <a:pPr lvl="0">
              <a:defRPr/>
            </a:pPr>
            <a:r>
              <a:rPr lang="en-US" dirty="0"/>
              <a:t>[Subtitle]</a:t>
            </a:r>
            <a:endParaRPr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8420B06-2384-EB36-FEF6-7305302A9E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53552" y="2706844"/>
            <a:ext cx="3384548" cy="331444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  <a:latin typeface="+mn-lt"/>
              </a:defRPr>
            </a:lvl1pPr>
            <a:lvl2pPr marL="612" indent="0">
              <a:buNone/>
              <a:defRPr/>
            </a:lvl2pPr>
          </a:lstStyle>
          <a:p>
            <a:pPr lvl="0">
              <a:defRPr/>
            </a:pPr>
            <a:r>
              <a:rPr lang="en-US" dirty="0"/>
              <a:t>[Subtitle]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57036-4766-27FB-E075-5EE652B4A3E3}"/>
              </a:ext>
            </a:extLst>
          </p:cNvPr>
          <p:cNvSpPr/>
          <p:nvPr userDrawn="1"/>
        </p:nvSpPr>
        <p:spPr>
          <a:xfrm>
            <a:off x="0" y="0"/>
            <a:ext cx="22795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DF7D416D-44DC-F9A6-B0DB-59B40D6EA0D7}"/>
              </a:ext>
            </a:extLst>
          </p:cNvPr>
          <p:cNvSpPr/>
          <p:nvPr userDrawn="1"/>
        </p:nvSpPr>
        <p:spPr>
          <a:xfrm>
            <a:off x="2279576" y="0"/>
            <a:ext cx="2448272" cy="68580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458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Text with Image Two Thirds 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17DE0E-AFB1-41FD-BC35-27DB61CA125F}" type="slidenum">
              <a:rPr lang="en-AU"/>
              <a:t>‹#›</a:t>
            </a:fld>
            <a:endParaRPr lang="en-AU"/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AU" sz="1400">
                <a:solidFill>
                  <a:schemeClr val="bg1"/>
                </a:solidFill>
              </a:rPr>
              <a:t>For this slide design, you can change the background colour</a:t>
            </a:r>
            <a:endParaRPr/>
          </a:p>
          <a:p>
            <a:pPr>
              <a:defRPr/>
            </a:pPr>
            <a:r>
              <a:rPr lang="en-AU" sz="1400">
                <a:solidFill>
                  <a:schemeClr val="bg1"/>
                </a:solidFill>
              </a:rPr>
              <a:t>by right-clicking somewhere on the slide, not in a content placeholder.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‘Format Background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Under the ‘Fill’ menu, ‘change ‘Solid fill’ to a colour from the palette</a:t>
            </a:r>
            <a:endParaRPr lang="en-AU" sz="1400">
              <a:solidFill>
                <a:schemeClr val="bg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76800" y="1198800"/>
            <a:ext cx="3384548" cy="503510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76800" y="18000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  <a:latin typeface="+mj-lt"/>
              </a:defRPr>
            </a:lvl1pPr>
            <a:lvl2pPr marL="612" indent="0">
              <a:buNone/>
              <a:defRPr/>
            </a:lvl2pPr>
          </a:lstStyle>
          <a:p>
            <a:pPr lvl="0">
              <a:defRPr/>
            </a:pPr>
            <a:r>
              <a:rPr lang="en-US" dirty="0"/>
              <a:t>[Subtitle]</a:t>
            </a:r>
            <a:endParaRPr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8420B06-2384-EB36-FEF6-7305302A9E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53552" y="2706844"/>
            <a:ext cx="3384548" cy="331444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  <a:latin typeface="+mn-lt"/>
              </a:defRPr>
            </a:lvl1pPr>
            <a:lvl2pPr marL="612" indent="0">
              <a:buNone/>
              <a:defRPr/>
            </a:lvl2pPr>
          </a:lstStyle>
          <a:p>
            <a:pPr lvl="0">
              <a:defRPr/>
            </a:pPr>
            <a:r>
              <a:rPr lang="en-US" dirty="0"/>
              <a:t>[Subtitle]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57036-4766-27FB-E075-5EE652B4A3E3}"/>
              </a:ext>
            </a:extLst>
          </p:cNvPr>
          <p:cNvSpPr/>
          <p:nvPr userDrawn="1"/>
        </p:nvSpPr>
        <p:spPr>
          <a:xfrm>
            <a:off x="0" y="0"/>
            <a:ext cx="36477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DF7D416D-44DC-F9A6-B0DB-59B40D6EA0D7}"/>
              </a:ext>
            </a:extLst>
          </p:cNvPr>
          <p:cNvSpPr/>
          <p:nvPr userDrawn="1"/>
        </p:nvSpPr>
        <p:spPr>
          <a:xfrm>
            <a:off x="3647728" y="0"/>
            <a:ext cx="2448272" cy="68580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043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Text with Image Two Thirds 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17DE0E-AFB1-41FD-BC35-27DB61CA125F}" type="slidenum">
              <a:rPr lang="en-AU"/>
              <a:t>‹#›</a:t>
            </a:fld>
            <a:endParaRPr lang="en-AU"/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AU" sz="1400">
                <a:solidFill>
                  <a:schemeClr val="bg1"/>
                </a:solidFill>
              </a:rPr>
              <a:t>For this slide design, you can change the background colour</a:t>
            </a:r>
            <a:endParaRPr/>
          </a:p>
          <a:p>
            <a:pPr>
              <a:defRPr/>
            </a:pPr>
            <a:r>
              <a:rPr lang="en-AU" sz="1400">
                <a:solidFill>
                  <a:schemeClr val="bg1"/>
                </a:solidFill>
              </a:rPr>
              <a:t>by right-clicking somewhere on the slide, not in a content placeholder.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‘Format Background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Under the ‘Fill’ menu, ‘change ‘Solid fill’ to a colour from the palette</a:t>
            </a:r>
            <a:endParaRPr lang="en-AU" sz="1400">
              <a:solidFill>
                <a:schemeClr val="bg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76800" y="1198800"/>
            <a:ext cx="3384548" cy="503510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76800" y="18000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  <a:latin typeface="+mj-lt"/>
              </a:defRPr>
            </a:lvl1pPr>
            <a:lvl2pPr marL="612" indent="0">
              <a:buNone/>
              <a:defRPr/>
            </a:lvl2pPr>
          </a:lstStyle>
          <a:p>
            <a:pPr lvl="0">
              <a:defRPr/>
            </a:pPr>
            <a:r>
              <a:rPr lang="en-US" dirty="0"/>
              <a:t>[Subtitle]</a:t>
            </a:r>
            <a:endParaRPr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8420B06-2384-EB36-FEF6-7305302A9E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53552" y="2706844"/>
            <a:ext cx="3384548" cy="331444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  <a:latin typeface="+mn-lt"/>
              </a:defRPr>
            </a:lvl1pPr>
            <a:lvl2pPr marL="612" indent="0">
              <a:buNone/>
              <a:defRPr/>
            </a:lvl2pPr>
          </a:lstStyle>
          <a:p>
            <a:pPr lvl="0">
              <a:defRPr/>
            </a:pPr>
            <a:r>
              <a:rPr lang="en-US" dirty="0"/>
              <a:t>[Subtitle]</a:t>
            </a:r>
            <a:endParaRPr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8D69C7-1863-E479-0216-19E188E6FF60}"/>
              </a:ext>
            </a:extLst>
          </p:cNvPr>
          <p:cNvSpPr/>
          <p:nvPr userDrawn="1"/>
        </p:nvSpPr>
        <p:spPr>
          <a:xfrm>
            <a:off x="0" y="0"/>
            <a:ext cx="7320136" cy="6858000"/>
          </a:xfrm>
          <a:custGeom>
            <a:avLst/>
            <a:gdLst>
              <a:gd name="connsiteX0" fmla="*/ 0 w 7320136"/>
              <a:gd name="connsiteY0" fmla="*/ 0 h 6858000"/>
              <a:gd name="connsiteX1" fmla="*/ 4871864 w 7320136"/>
              <a:gd name="connsiteY1" fmla="*/ 0 h 6858000"/>
              <a:gd name="connsiteX2" fmla="*/ 7320136 w 7320136"/>
              <a:gd name="connsiteY2" fmla="*/ 6858000 h 6858000"/>
              <a:gd name="connsiteX3" fmla="*/ 4871864 w 7320136"/>
              <a:gd name="connsiteY3" fmla="*/ 6858000 h 6858000"/>
              <a:gd name="connsiteX4" fmla="*/ 0 w 732013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20136" h="6858000">
                <a:moveTo>
                  <a:pt x="0" y="0"/>
                </a:moveTo>
                <a:lnTo>
                  <a:pt x="4871864" y="0"/>
                </a:lnTo>
                <a:lnTo>
                  <a:pt x="7320136" y="6858000"/>
                </a:lnTo>
                <a:lnTo>
                  <a:pt x="487186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448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Text with Image Two Thirds 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17DE0E-AFB1-41FD-BC35-27DB61CA125F}" type="slidenum">
              <a:rPr lang="en-AU"/>
              <a:t>‹#›</a:t>
            </a:fld>
            <a:endParaRPr lang="en-AU"/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AU" sz="1400">
                <a:solidFill>
                  <a:schemeClr val="bg1"/>
                </a:solidFill>
              </a:rPr>
              <a:t>For this slide design, you can change the background colour</a:t>
            </a:r>
            <a:endParaRPr/>
          </a:p>
          <a:p>
            <a:pPr>
              <a:defRPr/>
            </a:pPr>
            <a:r>
              <a:rPr lang="en-AU" sz="1400">
                <a:solidFill>
                  <a:schemeClr val="bg1"/>
                </a:solidFill>
              </a:rPr>
              <a:t>by right-clicking somewhere on the slide, not in a content placeholder.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‘Format Background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Under the ‘Fill’ menu, ‘change ‘Solid fill’ to a colour from the palette</a:t>
            </a:r>
            <a:endParaRPr lang="en-AU" sz="1400">
              <a:solidFill>
                <a:schemeClr val="bg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76800" y="1198800"/>
            <a:ext cx="3384548" cy="503510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76800" y="18000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  <a:latin typeface="+mj-lt"/>
              </a:defRPr>
            </a:lvl1pPr>
            <a:lvl2pPr marL="612" indent="0">
              <a:buNone/>
              <a:defRPr/>
            </a:lvl2pPr>
          </a:lstStyle>
          <a:p>
            <a:pPr lvl="0">
              <a:defRPr/>
            </a:pPr>
            <a:r>
              <a:rPr lang="en-US" dirty="0"/>
              <a:t>[Subtitle]</a:t>
            </a:r>
            <a:endParaRPr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8420B06-2384-EB36-FEF6-7305302A9E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53552" y="2706844"/>
            <a:ext cx="3384548" cy="331444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  <a:latin typeface="+mn-lt"/>
              </a:defRPr>
            </a:lvl1pPr>
            <a:lvl2pPr marL="612" indent="0">
              <a:buNone/>
              <a:defRPr/>
            </a:lvl2pPr>
          </a:lstStyle>
          <a:p>
            <a:pPr lvl="0">
              <a:defRPr/>
            </a:pPr>
            <a:r>
              <a:rPr lang="en-US" dirty="0"/>
              <a:t>[Subtitle]</a:t>
            </a:r>
            <a:endParaRPr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980D301-6E10-BF2A-D2E8-38BEEABB25EB}"/>
              </a:ext>
            </a:extLst>
          </p:cNvPr>
          <p:cNvSpPr/>
          <p:nvPr userDrawn="1"/>
        </p:nvSpPr>
        <p:spPr>
          <a:xfrm>
            <a:off x="-1" y="0"/>
            <a:ext cx="8544275" cy="6858000"/>
          </a:xfrm>
          <a:custGeom>
            <a:avLst/>
            <a:gdLst>
              <a:gd name="connsiteX0" fmla="*/ 6096003 w 8544275"/>
              <a:gd name="connsiteY0" fmla="*/ 0 h 6858000"/>
              <a:gd name="connsiteX1" fmla="*/ 8544275 w 8544275"/>
              <a:gd name="connsiteY1" fmla="*/ 6858000 h 6858000"/>
              <a:gd name="connsiteX2" fmla="*/ 6096003 w 8544275"/>
              <a:gd name="connsiteY2" fmla="*/ 6858000 h 6858000"/>
              <a:gd name="connsiteX3" fmla="*/ 0 w 8544275"/>
              <a:gd name="connsiteY3" fmla="*/ 0 h 6858000"/>
              <a:gd name="connsiteX4" fmla="*/ 6095999 w 8544275"/>
              <a:gd name="connsiteY4" fmla="*/ 0 h 6858000"/>
              <a:gd name="connsiteX5" fmla="*/ 6095999 w 8544275"/>
              <a:gd name="connsiteY5" fmla="*/ 6858000 h 6858000"/>
              <a:gd name="connsiteX6" fmla="*/ 0 w 854427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44275" h="6858000">
                <a:moveTo>
                  <a:pt x="6096003" y="0"/>
                </a:moveTo>
                <a:lnTo>
                  <a:pt x="8544275" y="6858000"/>
                </a:lnTo>
                <a:lnTo>
                  <a:pt x="6096003" y="6858000"/>
                </a:lnTo>
                <a:close/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124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385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108013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bg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6D860FF-5915-48B3-96B5-BDDDACDE2D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47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52728D9-330E-4A47-BE87-2C464601F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060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3D519AF-5E53-4F24-9084-2ECF7327D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060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187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33D7B8C2-1ACD-4312-8BB3-841697FC26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59418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7C8792C-10BA-48BD-91FF-8BB0072B6A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0449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494265EF-BC1F-4AB5-88E0-D2CC95870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449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C9F8E9D-A5AE-4007-AFF1-906BE27AA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0449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90AC9C95-FAAF-44D7-AEB3-55A9BA4075C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36562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7D5366-0884-4D47-8F5E-DD26E47DD2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775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C83CABAB-7230-4828-B1F7-E11FB117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775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B955060-0E65-456F-85F2-CD9B3DBD9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902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2A4F6196-3D0F-4BE0-BD3B-C9E36BBF74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847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5E2C50B-2DC6-47F9-8D16-3E43EFD224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2060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D86CC074-C4DF-413B-ACFC-9E921389E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060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DD3C6CB-D673-40EE-8AC2-EA848771B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187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6" name="Content Placeholder 12">
            <a:extLst>
              <a:ext uri="{FF2B5EF4-FFF2-40B4-BE49-F238E27FC236}">
                <a16:creationId xmlns:a16="http://schemas.microsoft.com/office/drawing/2014/main" id="{E5BA1771-59AA-4B95-84C2-A2C23AE5557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418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FC25C93-61F9-4858-8D53-31D7E1398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449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58C094-0FA6-4661-80B1-A1C24EF0B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0449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33782FA8-9B6E-4664-B875-77934A4917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80449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0" name="Content Placeholder 12">
            <a:extLst>
              <a:ext uri="{FF2B5EF4-FFF2-40B4-BE49-F238E27FC236}">
                <a16:creationId xmlns:a16="http://schemas.microsoft.com/office/drawing/2014/main" id="{43ED1C2D-FB28-4009-ABB2-35B70129FE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36562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71D6157-5171-4A88-B293-E5785627E6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9775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1A0723DC-167A-473B-8982-DB2CD67B78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9775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FD5A5C2-3945-4278-8171-1CFA062D76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902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4" name="Content Placeholder 12">
            <a:extLst>
              <a:ext uri="{FF2B5EF4-FFF2-40B4-BE49-F238E27FC236}">
                <a16:creationId xmlns:a16="http://schemas.microsoft.com/office/drawing/2014/main" id="{3D7C1F14-FF83-4A5C-8785-0569A6264661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47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FBE7A19C-BA51-4BB3-A97B-787DA18F43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0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8EFD3BF2-E5BF-4460-A89A-9CBD1D82AA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0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8" name="Content Placeholder 12">
            <a:extLst>
              <a:ext uri="{FF2B5EF4-FFF2-40B4-BE49-F238E27FC236}">
                <a16:creationId xmlns:a16="http://schemas.microsoft.com/office/drawing/2014/main" id="{8B09213D-B0C4-4971-AFC3-14487E606D8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559418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B7C446BC-D372-4F4C-8AEC-4B7E9BBE67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449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379728B0-640A-4AEB-A53D-B96E74DEDB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449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2316115E-183D-401B-8D79-7D52C71BE5BB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36562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5106E342-47D6-4C57-9118-A96CCCEB4E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9775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CDB8DBC-A756-4D95-B21B-BDFC207DBD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9775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s 1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61000">
              <a:schemeClr val="accent1">
                <a:lumMod val="97000"/>
                <a:lumOff val="3000"/>
              </a:schemeClr>
            </a:gs>
            <a:gs pos="100000">
              <a:srgbClr val="AB93C1"/>
            </a:gs>
            <a:gs pos="100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0C2BDC0-B2FA-C08C-F70C-2252972FAA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DB4237B-9436-330D-B956-175256063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287202F-B098-3401-65BD-7FADA16407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62081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s 1">
    <p:bg>
      <p:bgPr>
        <a:solidFill>
          <a:srgbClr val="5124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0C2BDC0-B2FA-C08C-F70C-2252972FAA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DB4237B-9436-330D-B956-175256063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287202F-B098-3401-65BD-7FADA16407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3055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EE259B-5A66-48E0-9302-42413213AC23}"/>
              </a:ext>
            </a:extLst>
          </p:cNvPr>
          <p:cNvSpPr/>
          <p:nvPr userDrawn="1"/>
        </p:nvSpPr>
        <p:spPr>
          <a:xfrm>
            <a:off x="0" y="1"/>
            <a:ext cx="50504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33845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accent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0" y="1557338"/>
            <a:ext cx="5400675" cy="47513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BD600-58DD-3483-3A7A-7A4FC4432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5778" y="1557338"/>
            <a:ext cx="647613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tx2"/>
                </a:solidFill>
                <a:latin typeface="Gotham Medium" panose="02000604030000020004" pitchFamily="50" charset="0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4EAA35-7624-467A-AA0C-E7DE247BC9C7}"/>
              </a:ext>
            </a:extLst>
          </p:cNvPr>
          <p:cNvSpPr/>
          <p:nvPr/>
        </p:nvSpPr>
        <p:spPr>
          <a:xfrm>
            <a:off x="-1" y="3748429"/>
            <a:ext cx="12200354" cy="3109571"/>
          </a:xfrm>
          <a:custGeom>
            <a:avLst/>
            <a:gdLst>
              <a:gd name="connsiteX0" fmla="*/ 0 w 12200354"/>
              <a:gd name="connsiteY0" fmla="*/ 203868 h 3109571"/>
              <a:gd name="connsiteX1" fmla="*/ 11945 w 12200354"/>
              <a:gd name="connsiteY1" fmla="*/ 427414 h 3109571"/>
              <a:gd name="connsiteX2" fmla="*/ 2547169 w 12200354"/>
              <a:gd name="connsiteY2" fmla="*/ 3109399 h 3109571"/>
              <a:gd name="connsiteX3" fmla="*/ 2707755 w 12200354"/>
              <a:gd name="connsiteY3" fmla="*/ 3109399 h 3109571"/>
              <a:gd name="connsiteX4" fmla="*/ 2707755 w 12200354"/>
              <a:gd name="connsiteY4" fmla="*/ 3109571 h 3109571"/>
              <a:gd name="connsiteX5" fmla="*/ 0 w 12200354"/>
              <a:gd name="connsiteY5" fmla="*/ 3109571 h 3109571"/>
              <a:gd name="connsiteX6" fmla="*/ 12199992 w 12200354"/>
              <a:gd name="connsiteY6" fmla="*/ 0 h 3109571"/>
              <a:gd name="connsiteX7" fmla="*/ 12200354 w 12200354"/>
              <a:gd name="connsiteY7" fmla="*/ 0 h 3109571"/>
              <a:gd name="connsiteX8" fmla="*/ 12200354 w 12200354"/>
              <a:gd name="connsiteY8" fmla="*/ 3109571 h 3109571"/>
              <a:gd name="connsiteX9" fmla="*/ 9492599 w 12200354"/>
              <a:gd name="connsiteY9" fmla="*/ 3109571 h 3109571"/>
              <a:gd name="connsiteX10" fmla="*/ 9492599 w 12200354"/>
              <a:gd name="connsiteY10" fmla="*/ 3109399 h 3109571"/>
              <a:gd name="connsiteX11" fmla="*/ 12199992 w 12200354"/>
              <a:gd name="connsiteY11" fmla="*/ 3109399 h 3109571"/>
              <a:gd name="connsiteX12" fmla="*/ 10882585 w 12200354"/>
              <a:gd name="connsiteY12" fmla="*/ 2689921 h 3109571"/>
              <a:gd name="connsiteX13" fmla="*/ 9954919 w 12200354"/>
              <a:gd name="connsiteY13" fmla="*/ 2853835 h 3109571"/>
              <a:gd name="connsiteX14" fmla="*/ 10955864 w 12200354"/>
              <a:gd name="connsiteY14" fmla="*/ 2008077 h 3109571"/>
              <a:gd name="connsiteX15" fmla="*/ 12199992 w 12200354"/>
              <a:gd name="connsiteY15" fmla="*/ 1975802 h 310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0354" h="3109571">
                <a:moveTo>
                  <a:pt x="0" y="203868"/>
                </a:moveTo>
                <a:lnTo>
                  <a:pt x="11945" y="427414"/>
                </a:lnTo>
                <a:cubicBezTo>
                  <a:pt x="134227" y="1577204"/>
                  <a:pt x="1155955" y="2686070"/>
                  <a:pt x="2547169" y="3109399"/>
                </a:cubicBezTo>
                <a:lnTo>
                  <a:pt x="2707755" y="3109399"/>
                </a:lnTo>
                <a:lnTo>
                  <a:pt x="2707755" y="3109571"/>
                </a:lnTo>
                <a:lnTo>
                  <a:pt x="0" y="3109571"/>
                </a:lnTo>
                <a:close/>
                <a:moveTo>
                  <a:pt x="12199992" y="0"/>
                </a:moveTo>
                <a:lnTo>
                  <a:pt x="12200354" y="0"/>
                </a:lnTo>
                <a:lnTo>
                  <a:pt x="12200354" y="3109571"/>
                </a:lnTo>
                <a:lnTo>
                  <a:pt x="9492599" y="3109571"/>
                </a:lnTo>
                <a:lnTo>
                  <a:pt x="9492599" y="3109399"/>
                </a:lnTo>
                <a:lnTo>
                  <a:pt x="12199992" y="3109399"/>
                </a:lnTo>
                <a:cubicBezTo>
                  <a:pt x="11894797" y="3067888"/>
                  <a:pt x="11363064" y="2835363"/>
                  <a:pt x="10882585" y="2689921"/>
                </a:cubicBezTo>
                <a:cubicBezTo>
                  <a:pt x="10337759" y="2524687"/>
                  <a:pt x="10216776" y="2633084"/>
                  <a:pt x="9954919" y="2853835"/>
                </a:cubicBezTo>
                <a:cubicBezTo>
                  <a:pt x="10012263" y="2785427"/>
                  <a:pt x="10640823" y="2173819"/>
                  <a:pt x="10955864" y="2008077"/>
                </a:cubicBezTo>
                <a:cubicBezTo>
                  <a:pt x="11572550" y="1683293"/>
                  <a:pt x="12159598" y="1961999"/>
                  <a:pt x="12199992" y="1975802"/>
                </a:cubicBezTo>
                <a:close/>
              </a:path>
            </a:pathLst>
          </a:custGeom>
          <a:gradFill>
            <a:gsLst>
              <a:gs pos="82000">
                <a:schemeClr val="accent1"/>
              </a:gs>
              <a:gs pos="0">
                <a:schemeClr val="accent2"/>
              </a:gs>
            </a:gsLst>
            <a:lin ang="16200000" scaled="1"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E23A13F-B496-456B-9B43-0A8D71E8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490" y="2060848"/>
            <a:ext cx="2804901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5400" b="0" spc="0" baseline="0" dirty="0" smtClean="0">
                <a:latin typeface="+mj-lt"/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2B8BD1-AB9B-4185-BA75-587A559ADF7D}"/>
              </a:ext>
            </a:extLst>
          </p:cNvPr>
          <p:cNvCxnSpPr>
            <a:cxnSpLocks/>
          </p:cNvCxnSpPr>
          <p:nvPr userDrawn="1"/>
        </p:nvCxnSpPr>
        <p:spPr>
          <a:xfrm>
            <a:off x="5903913" y="1541934"/>
            <a:ext cx="0" cy="39604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64075AFB-4FF9-45DE-BEAC-0FE3DB14E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7998" y="4209712"/>
            <a:ext cx="2102991" cy="1292662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9908F-0A19-72D8-626A-E82031273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gradFill>
          <a:gsLst>
            <a:gs pos="82000">
              <a:schemeClr val="accent1"/>
            </a:gs>
            <a:gs pos="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79576" y="1705365"/>
            <a:ext cx="628377" cy="6093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4400" spc="0" baseline="0" dirty="0">
                <a:solidFill>
                  <a:schemeClr val="bg1">
                    <a:alpha val="54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##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295736" y="2407097"/>
            <a:ext cx="7632171" cy="1030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66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Divider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7CB7E-3B6B-4D2E-86A1-641B43A0A14C}"/>
              </a:ext>
            </a:extLst>
          </p:cNvPr>
          <p:cNvGrpSpPr/>
          <p:nvPr userDrawn="1"/>
        </p:nvGrpSpPr>
        <p:grpSpPr>
          <a:xfrm>
            <a:off x="0" y="3748429"/>
            <a:ext cx="12200354" cy="3109571"/>
            <a:chOff x="0" y="2420888"/>
            <a:chExt cx="17408940" cy="4437112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E0EACE-D844-41BE-AB6F-4F5D1E92ADE8}"/>
                </a:ext>
              </a:extLst>
            </p:cNvPr>
            <p:cNvSpPr/>
            <p:nvPr/>
          </p:nvSpPr>
          <p:spPr>
            <a:xfrm>
              <a:off x="13545188" y="2420888"/>
              <a:ext cx="3863752" cy="4437112"/>
            </a:xfrm>
            <a:custGeom>
              <a:avLst/>
              <a:gdLst>
                <a:gd name="connsiteX0" fmla="*/ 3863236 w 3863752"/>
                <a:gd name="connsiteY0" fmla="*/ 0 h 4437112"/>
                <a:gd name="connsiteX1" fmla="*/ 3863752 w 3863752"/>
                <a:gd name="connsiteY1" fmla="*/ 0 h 4437112"/>
                <a:gd name="connsiteX2" fmla="*/ 3863752 w 3863752"/>
                <a:gd name="connsiteY2" fmla="*/ 4437112 h 4437112"/>
                <a:gd name="connsiteX3" fmla="*/ 0 w 3863752"/>
                <a:gd name="connsiteY3" fmla="*/ 4437112 h 4437112"/>
                <a:gd name="connsiteX4" fmla="*/ 0 w 3863752"/>
                <a:gd name="connsiteY4" fmla="*/ 4436866 h 4437112"/>
                <a:gd name="connsiteX5" fmla="*/ 3863236 w 3863752"/>
                <a:gd name="connsiteY5" fmla="*/ 4436866 h 4437112"/>
                <a:gd name="connsiteX6" fmla="*/ 1983400 w 3863752"/>
                <a:gd name="connsiteY6" fmla="*/ 3838304 h 4437112"/>
                <a:gd name="connsiteX7" fmla="*/ 659694 w 3863752"/>
                <a:gd name="connsiteY7" fmla="*/ 4072197 h 4437112"/>
                <a:gd name="connsiteX8" fmla="*/ 2087964 w 3863752"/>
                <a:gd name="connsiteY8" fmla="*/ 2865367 h 4437112"/>
                <a:gd name="connsiteX9" fmla="*/ 3863236 w 3863752"/>
                <a:gd name="connsiteY9" fmla="*/ 2819313 h 4437112"/>
                <a:gd name="connsiteX10" fmla="*/ 3863236 w 3863752"/>
                <a:gd name="connsiteY10" fmla="*/ 0 h 443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3752" h="4437112">
                  <a:moveTo>
                    <a:pt x="3863236" y="0"/>
                  </a:moveTo>
                  <a:lnTo>
                    <a:pt x="3863752" y="0"/>
                  </a:lnTo>
                  <a:lnTo>
                    <a:pt x="3863752" y="4437112"/>
                  </a:lnTo>
                  <a:lnTo>
                    <a:pt x="0" y="4437112"/>
                  </a:lnTo>
                  <a:lnTo>
                    <a:pt x="0" y="4436866"/>
                  </a:lnTo>
                  <a:lnTo>
                    <a:pt x="3863236" y="4436866"/>
                  </a:lnTo>
                  <a:cubicBezTo>
                    <a:pt x="3427746" y="4377634"/>
                    <a:pt x="2669005" y="4045839"/>
                    <a:pt x="1983400" y="3838304"/>
                  </a:cubicBezTo>
                  <a:cubicBezTo>
                    <a:pt x="1205976" y="3602529"/>
                    <a:pt x="1033343" y="3757202"/>
                    <a:pt x="659694" y="4072197"/>
                  </a:cubicBezTo>
                  <a:cubicBezTo>
                    <a:pt x="741520" y="3974584"/>
                    <a:pt x="1638425" y="3101867"/>
                    <a:pt x="2087964" y="2865367"/>
                  </a:cubicBezTo>
                  <a:cubicBezTo>
                    <a:pt x="2967925" y="2401926"/>
                    <a:pt x="3805596" y="2799617"/>
                    <a:pt x="3863236" y="2819313"/>
                  </a:cubicBezTo>
                  <a:lnTo>
                    <a:pt x="3863236" y="0"/>
                  </a:lnTo>
                  <a:close/>
                </a:path>
              </a:pathLst>
            </a:custGeom>
            <a:grpFill/>
            <a:ln w="144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6C57F-8D87-4F49-981A-49DD5DA143F0}"/>
                </a:ext>
              </a:extLst>
            </p:cNvPr>
            <p:cNvSpPr/>
            <p:nvPr/>
          </p:nvSpPr>
          <p:spPr>
            <a:xfrm>
              <a:off x="0" y="2711792"/>
              <a:ext cx="3863752" cy="4146208"/>
            </a:xfrm>
            <a:custGeom>
              <a:avLst/>
              <a:gdLst>
                <a:gd name="connsiteX0" fmla="*/ 0 w 3863752"/>
                <a:gd name="connsiteY0" fmla="*/ 0 h 4146208"/>
                <a:gd name="connsiteX1" fmla="*/ 17045 w 3863752"/>
                <a:gd name="connsiteY1" fmla="*/ 318982 h 4146208"/>
                <a:gd name="connsiteX2" fmla="*/ 3634608 w 3863752"/>
                <a:gd name="connsiteY2" fmla="*/ 4145962 h 4146208"/>
                <a:gd name="connsiteX3" fmla="*/ 3863752 w 3863752"/>
                <a:gd name="connsiteY3" fmla="*/ 4145962 h 4146208"/>
                <a:gd name="connsiteX4" fmla="*/ 3863752 w 3863752"/>
                <a:gd name="connsiteY4" fmla="*/ 4146208 h 4146208"/>
                <a:gd name="connsiteX5" fmla="*/ 0 w 3863752"/>
                <a:gd name="connsiteY5" fmla="*/ 4146208 h 414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3752" h="4146208">
                  <a:moveTo>
                    <a:pt x="0" y="0"/>
                  </a:moveTo>
                  <a:lnTo>
                    <a:pt x="17045" y="318982"/>
                  </a:lnTo>
                  <a:cubicBezTo>
                    <a:pt x="191531" y="1959641"/>
                    <a:pt x="1649456" y="3541906"/>
                    <a:pt x="3634608" y="4145962"/>
                  </a:cubicBezTo>
                  <a:lnTo>
                    <a:pt x="3863752" y="4145962"/>
                  </a:lnTo>
                  <a:lnTo>
                    <a:pt x="3863752" y="4146208"/>
                  </a:lnTo>
                  <a:lnTo>
                    <a:pt x="0" y="41462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4A434C0-E4FD-1B3E-2128-9DA333B45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CC0AC9-AFD2-411F-B1BC-50BB961832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50000">
                <a:schemeClr val="tx1">
                  <a:alpha val="0"/>
                </a:schemeClr>
              </a:gs>
            </a:gsLst>
            <a:lin ang="1800000" scaled="0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4CA15D-2F52-4803-BDAE-1E7449D1A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557338"/>
            <a:ext cx="512961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60FF8B9-2D7B-497E-87E0-AFAC01227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7448" y="2132260"/>
            <a:ext cx="2952427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0000"/>
              </a:lnSpc>
              <a:defRPr lang="en-US" sz="54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9E4A743E-85AA-4861-BE9B-D0A887D85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7448" y="3760012"/>
            <a:ext cx="2952427" cy="861774"/>
          </a:xfrm>
          <a:noFill/>
        </p:spPr>
        <p:txBody>
          <a:bodyPr wrap="square" lIns="0" tIns="0" rIns="0" bIns="0" rtlCol="0" anchor="t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b="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448768"/>
            <a:ext cx="9577138" cy="4645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5329E0A-327E-4475-ACC4-637C24D9D6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96221FCF-FD80-4F6D-8DA9-9317EBC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 sz="38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A4F1765-68C5-44D1-A98C-B4F4A28FB0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9D46B37-73CD-4FCA-A759-8E2A51429F9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0" y="2009931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21162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942975"/>
            <a:ext cx="3384550" cy="324008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937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3412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51994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39571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104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3CF38C6-1EBE-4ED1-8E7F-383C6D4516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9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2816920"/>
            <a:ext cx="3384550" cy="3056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C532FC-7828-49E7-B6EF-06CAF53DDA64}"/>
              </a:ext>
            </a:extLst>
          </p:cNvPr>
          <p:cNvSpPr/>
          <p:nvPr userDrawn="1"/>
        </p:nvSpPr>
        <p:spPr>
          <a:xfrm>
            <a:off x="8102601" y="0"/>
            <a:ext cx="4079875" cy="6858000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302058" y="156527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6" cy="469056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485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1960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02058" y="278129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302058" y="399730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302058" y="521332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D43D24-DED4-FCB2-C7FB-44ABCBEE6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797925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797925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797925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797925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795A59A-32A0-4E4F-ADE5-B079E4BC191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71569F-BB25-4674-BADB-F4162EFAC7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4206912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46BE02-73A4-478B-91B5-60E3126AD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B3E6F15-268B-42EB-A1DC-9E9E18BCA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4E0D937-BE88-4584-B716-79FDE92B735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05685" y="0"/>
            <a:ext cx="6586315" cy="6887025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EFD1972-8EA7-4ECA-B4BE-8591D45B72C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4536578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086D5B7-49D4-45BF-9DA6-AAB93DAE7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3657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C5F7B-FB99-4491-8B47-FF6117F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3657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40DF0C2-28B5-445A-B99A-61CA30EFB4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5D6B1C-6262-4AF0-90EE-88B7D718512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5074" y="1"/>
            <a:ext cx="4066927" cy="6887026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F12626A-8317-4616-9DEA-523330E3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7096124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AC21342-65B5-43EB-A61C-CC10FC7B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9B74B0F-B518-4927-A74F-313B2EC261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8568" y="6526800"/>
            <a:ext cx="288032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E880590-31EE-469A-A906-EE62AC1065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5" y="2030400"/>
            <a:ext cx="3384000" cy="4206912"/>
          </a:xfrm>
          <a:custGeom>
            <a:avLst/>
            <a:gdLst>
              <a:gd name="connsiteX0" fmla="*/ 0 w 3384000"/>
              <a:gd name="connsiteY0" fmla="*/ 0 h 3240087"/>
              <a:gd name="connsiteX1" fmla="*/ 3384000 w 3384000"/>
              <a:gd name="connsiteY1" fmla="*/ 0 h 3240087"/>
              <a:gd name="connsiteX2" fmla="*/ 3384000 w 3384000"/>
              <a:gd name="connsiteY2" fmla="*/ 3240087 h 3240087"/>
              <a:gd name="connsiteX3" fmla="*/ 0 w 3384000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3240087">
                <a:moveTo>
                  <a:pt x="0" y="0"/>
                </a:moveTo>
                <a:lnTo>
                  <a:pt x="3384000" y="0"/>
                </a:lnTo>
                <a:lnTo>
                  <a:pt x="3384000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88CFC63-6AC8-47EA-B1E4-85A2108A3B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63200"/>
            <a:ext cx="3384550" cy="469056"/>
          </a:xfrm>
        </p:spPr>
        <p:txBody>
          <a:bodyPr/>
          <a:lstStyle/>
          <a:p>
            <a:r>
              <a:rPr lang="en-US" dirty="0"/>
              <a:t>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7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40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7050" y="3182602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400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705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45792A-E478-4C06-AA1A-F66F0D1360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479752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012495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012495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012495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012495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5200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102FA23-4F6E-4CE7-83FA-05BAC2F85D5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324" y="2163010"/>
            <a:ext cx="5197808" cy="3701390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735E5-7E07-439E-A173-ACABCE0324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7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4587"/>
          </a:xfrm>
          <a:prstGeom prst="rect">
            <a:avLst/>
          </a:prstGeom>
          <a:solidFill>
            <a:srgbClr val="962A8B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F16ADB-A971-4A3C-96F9-2639482B11C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4" y="2163600"/>
            <a:ext cx="5197808" cy="37001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5E2FC-2D3C-4D15-BB0D-D4B480A1F9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0544620-FB92-442D-8D66-3B8ACA0939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335"/>
            <a:ext cx="5112000" cy="4885200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467BC2-B2BE-4205-B9B5-DA5CC1F6A00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3" y="2163599"/>
            <a:ext cx="5197808" cy="3729935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D1FD25-98B7-4075-B181-7E91AA14B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596C78-2D0A-467F-BBBA-B45A6E9309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3" y="1551600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286"/>
            <a:ext cx="5112000" cy="4885200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ED75D5-4A4F-4C1A-87D9-0AF5841C6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251" y="2163599"/>
            <a:ext cx="5197808" cy="37298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B64CD2-00BE-477A-85FC-603E001D5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06C11C8-809D-4D04-925A-33C6DB34BE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251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6" y="2040365"/>
            <a:ext cx="3384548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2030400"/>
            <a:ext cx="3384548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4" y="2033057"/>
            <a:ext cx="3384548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4749D6D-DBC4-4697-B59F-A3C7324B6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5206" y="4361190"/>
            <a:ext cx="5198533" cy="13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94799" y="2030400"/>
            <a:ext cx="5198532" cy="1368226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6E37327-CD28-4B4C-A327-FE60BBD71F6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6375" y="3558494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CC4669-D5CF-188B-5A79-8AB02D9BAE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85206" y="2030400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40928" y="2426193"/>
            <a:ext cx="5219998" cy="1264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40928" y="4338433"/>
            <a:ext cx="5219996" cy="13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928" y="405994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030400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99" y="4050433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40928" y="2028166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8F298BC-8471-411E-B254-EFEEFEB67A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l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2634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96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096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96" y="4295030"/>
            <a:ext cx="950400" cy="108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33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9616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078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7078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7078" y="4295030"/>
            <a:ext cx="950400" cy="108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cons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A98747-0DB5-4B1B-B49E-00EE7FBBF5D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4514" y="1306470"/>
            <a:ext cx="3753813" cy="5546544"/>
          </a:xfrm>
          <a:custGeom>
            <a:avLst/>
            <a:gdLst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0 w 3753813"/>
              <a:gd name="connsiteY4" fmla="*/ 6308592 h 6308700"/>
              <a:gd name="connsiteX5" fmla="*/ 1216808 w 3753813"/>
              <a:gd name="connsiteY5" fmla="*/ 6308592 h 6308700"/>
              <a:gd name="connsiteX6" fmla="*/ 1216808 w 3753813"/>
              <a:gd name="connsiteY6" fmla="*/ 6308513 h 6308700"/>
              <a:gd name="connsiteX7" fmla="*/ 1142621 w 3753813"/>
              <a:gd name="connsiteY7" fmla="*/ 6308513 h 6308700"/>
              <a:gd name="connsiteX8" fmla="*/ 11598 w 3753813"/>
              <a:gd name="connsiteY8" fmla="*/ 5267228 h 6308700"/>
              <a:gd name="connsiteX9" fmla="*/ 0 w 3753813"/>
              <a:gd name="connsiteY9" fmla="*/ 5221165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1216808 w 3753813"/>
              <a:gd name="connsiteY4" fmla="*/ 6308592 h 6308700"/>
              <a:gd name="connsiteX5" fmla="*/ 1216808 w 3753813"/>
              <a:gd name="connsiteY5" fmla="*/ 6308513 h 6308700"/>
              <a:gd name="connsiteX6" fmla="*/ 1142621 w 3753813"/>
              <a:gd name="connsiteY6" fmla="*/ 6308513 h 6308700"/>
              <a:gd name="connsiteX7" fmla="*/ 11598 w 3753813"/>
              <a:gd name="connsiteY7" fmla="*/ 5267228 h 6308700"/>
              <a:gd name="connsiteX8" fmla="*/ 0 w 3753813"/>
              <a:gd name="connsiteY8" fmla="*/ 5221165 h 6308700"/>
              <a:gd name="connsiteX9" fmla="*/ 0 w 3753813"/>
              <a:gd name="connsiteY9" fmla="*/ 0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1216808 w 3753813"/>
              <a:gd name="connsiteY3" fmla="*/ 6308592 h 6308700"/>
              <a:gd name="connsiteX4" fmla="*/ 1216808 w 3753813"/>
              <a:gd name="connsiteY4" fmla="*/ 6308513 h 6308700"/>
              <a:gd name="connsiteX5" fmla="*/ 1142621 w 3753813"/>
              <a:gd name="connsiteY5" fmla="*/ 6308513 h 6308700"/>
              <a:gd name="connsiteX6" fmla="*/ 11598 w 3753813"/>
              <a:gd name="connsiteY6" fmla="*/ 5267228 h 6308700"/>
              <a:gd name="connsiteX7" fmla="*/ 0 w 3753813"/>
              <a:gd name="connsiteY7" fmla="*/ 5221165 h 6308700"/>
              <a:gd name="connsiteX8" fmla="*/ 0 w 3753813"/>
              <a:gd name="connsiteY8" fmla="*/ 0 h 63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53813" h="6308700">
                <a:moveTo>
                  <a:pt x="0" y="0"/>
                </a:moveTo>
                <a:lnTo>
                  <a:pt x="3753813" y="0"/>
                </a:lnTo>
                <a:lnTo>
                  <a:pt x="3753813" y="6308700"/>
                </a:lnTo>
                <a:lnTo>
                  <a:pt x="1216808" y="6308592"/>
                </a:lnTo>
                <a:lnTo>
                  <a:pt x="1216808" y="6308513"/>
                </a:lnTo>
                <a:lnTo>
                  <a:pt x="1142621" y="6308513"/>
                </a:lnTo>
                <a:cubicBezTo>
                  <a:pt x="580256" y="6137392"/>
                  <a:pt x="148576" y="5723798"/>
                  <a:pt x="11598" y="5267228"/>
                </a:cubicBezTo>
                <a:lnTo>
                  <a:pt x="0" y="52211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74646-5116-45C7-99CA-F3BEE3092EC8}"/>
              </a:ext>
            </a:extLst>
          </p:cNvPr>
          <p:cNvSpPr/>
          <p:nvPr userDrawn="1"/>
        </p:nvSpPr>
        <p:spPr>
          <a:xfrm>
            <a:off x="3801968" y="1311456"/>
            <a:ext cx="3491358" cy="5546544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D68F-568E-4F07-BF1B-D56E5E161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690930-F7A3-403F-8CD6-64AE7616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1600" y="1307416"/>
            <a:ext cx="3945000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10EEB8-1B8C-4828-AF29-90D9289687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559562" y="1916832"/>
            <a:ext cx="3937038" cy="42896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C1FFA05-383E-4EA0-8A7A-14406633FDA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11824" y="1993680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F7C04B6-0E34-422C-AFA2-C2258851736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511824" y="3470058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26B73AE-3585-4450-A61F-2665857EB816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511824" y="4946435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CEB3261A-B820-4F34-AA9C-ECB6FADB73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07691" y="1993680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9E0DE186-927A-456D-BA02-3331C27470F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007691" y="3470058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74DFA6-B8C2-4882-ADA6-BDDC15DB7D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007691" y="4946435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7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381A-1796-48D3-99D8-9D18726C1C17}"/>
              </a:ext>
            </a:extLst>
          </p:cNvPr>
          <p:cNvSpPr/>
          <p:nvPr userDrawn="1"/>
        </p:nvSpPr>
        <p:spPr>
          <a:xfrm flipV="1">
            <a:off x="-7364" y="2030400"/>
            <a:ext cx="12199364" cy="441176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10801350" cy="38953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51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9575999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9736" y="2778974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B62BB5B9-4568-4309-93B5-668133F368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1624" y="908720"/>
            <a:ext cx="2964660" cy="5384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660400" y="908719"/>
            <a:ext cx="2985168" cy="5384801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908720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41" y="1198800"/>
            <a:ext cx="2184251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113" y="5402945"/>
            <a:ext cx="2160588" cy="85921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719736" y="90872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451237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385095-2391-426D-A969-133DEBAAD7D2}"/>
              </a:ext>
            </a:extLst>
          </p:cNvPr>
          <p:cNvSpPr/>
          <p:nvPr userDrawn="1"/>
        </p:nvSpPr>
        <p:spPr>
          <a:xfrm>
            <a:off x="-15679" y="246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chemeClr val="accent1"/>
              </a:gs>
              <a:gs pos="100000">
                <a:schemeClr val="accent2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EFEC494-73C0-494E-8DE9-7C8FE7AA87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BA3D052-5560-4BE7-B48A-7CCBABE3CB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3550CE3-EB5D-48BF-BD90-C402F0393B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78C0BDD-99F2-43E0-A486-A50E5712E4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51850F8-1596-48EC-9EF7-59E146FE07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18B49F0-234B-4974-77BB-C696A010C8E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9D9129-7B58-D3FD-2A63-67A7AE280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51E340C-E489-401B-B6F3-AAF3490020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5680" y="245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CF0F21-1AF8-4E7D-8464-6403D7D097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5C39C7-FD74-4D69-9F1C-82E7F410C9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463355A-3DD0-4858-BE53-6F6D361EF5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39E3-2BC2-4DF1-B88F-7DF041C1F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F70255-159E-4A2A-9499-827B8744C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9CA893B-E6B7-B8EF-95BC-43DF61BAD720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4281" y="5367438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DA1BC6-57D4-AB05-9DAA-6A724E33F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7DBE68-C9B2-5E04-9759-B580B9B9B6F9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5920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 extrusionOk="0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AU" dirty="0"/>
              <a:t>Insert image and send to back</a:t>
            </a:r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17DE0E-AFB1-41FD-BC35-27DB61CA125F}" type="slidenum">
              <a:rPr lang="en-AU"/>
              <a:t>‹#›</a:t>
            </a:fld>
            <a:endParaRPr lang="en-AU"/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AU" sz="1400">
                <a:solidFill>
                  <a:schemeClr val="bg1"/>
                </a:solidFill>
              </a:rPr>
              <a:t>For this slide design, you can change the background colour</a:t>
            </a:r>
            <a:endParaRPr/>
          </a:p>
          <a:p>
            <a:pPr>
              <a:defRPr/>
            </a:pPr>
            <a:r>
              <a:rPr lang="en-AU" sz="1400">
                <a:solidFill>
                  <a:schemeClr val="bg1"/>
                </a:solidFill>
              </a:rPr>
              <a:t>by right-clicking somewhere on the slide, not in a content placeholder.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‘Format Background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bg1"/>
                </a:solidFill>
              </a:rPr>
              <a:t>Under the ‘Fill’ menu, ‘change ‘Solid fill’ to a colour from the palette</a:t>
            </a:r>
            <a:endParaRPr lang="en-AU" sz="1400">
              <a:solidFill>
                <a:schemeClr val="bg1"/>
              </a:solidFill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24"/>
          </p:nvPr>
        </p:nvSpPr>
        <p:spPr bwMode="auto">
          <a:xfrm>
            <a:off x="676800" y="2700000"/>
            <a:ext cx="3384549" cy="3240087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 extrusionOk="0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en-US" dirty="0"/>
              <a:t>Click to edit Master text styles</a:t>
            </a:r>
          </a:p>
          <a:p>
            <a:pPr lvl="1">
              <a:defRPr/>
            </a:pPr>
            <a:r>
              <a:rPr lang="en-US" dirty="0"/>
              <a:t>Second level</a:t>
            </a:r>
          </a:p>
          <a:p>
            <a:pPr lvl="2">
              <a:defRPr/>
            </a:pPr>
            <a:r>
              <a:rPr lang="en-US" dirty="0"/>
              <a:t>Third level</a:t>
            </a:r>
          </a:p>
          <a:p>
            <a:pPr lvl="3">
              <a:defRPr/>
            </a:pPr>
            <a:r>
              <a:rPr lang="en-US" dirty="0"/>
              <a:t>Fourth level</a:t>
            </a:r>
          </a:p>
          <a:p>
            <a:pPr lvl="4">
              <a:defRPr/>
            </a:pPr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76800" y="1198800"/>
            <a:ext cx="3384548" cy="503510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76800" y="18000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  <a:latin typeface="+mj-lt"/>
              </a:defRPr>
            </a:lvl1pPr>
            <a:lvl2pPr marL="612" indent="0">
              <a:buNone/>
              <a:defRPr/>
            </a:lvl2pPr>
          </a:lstStyle>
          <a:p>
            <a:pPr lvl="0">
              <a:defRPr/>
            </a:pPr>
            <a:r>
              <a:rPr lang="en-US"/>
              <a:t>[Subtitle]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477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EEDED"/>
          </a:solidFill>
        </p:spPr>
        <p:txBody>
          <a:bodyPr wrap="square" lIns="0" tIns="0" rIns="0" bIns="0" rtlCol="0"/>
          <a:lstStyle/>
          <a:p>
            <a:endParaRPr sz="1092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047" y="563759"/>
            <a:ext cx="10873904" cy="461924"/>
          </a:xfrm>
        </p:spPr>
        <p:txBody>
          <a:bodyPr lIns="0" tIns="0" rIns="0" bIns="0"/>
          <a:lstStyle>
            <a:lvl1pPr>
              <a:defRPr sz="3002" b="1" i="0">
                <a:solidFill>
                  <a:srgbClr val="094183"/>
                </a:solidFill>
                <a:latin typeface="SourceSansPro-SemiBold"/>
                <a:cs typeface="SourceSansPro-SemiBold"/>
              </a:defRPr>
            </a:lvl1pPr>
          </a:lstStyle>
          <a:p>
            <a:endParaRPr lang="en-AU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1" y="6377941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rgbClr val="094183"/>
                </a:solidFill>
              </a:defRPr>
            </a:lvl1pPr>
          </a:lstStyle>
          <a:p>
            <a:fld id="{B6F15528-21DE-4FAA-801E-634DDDAF4B2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885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20">
          <p15:clr>
            <a:srgbClr val="FBAE40"/>
          </p15:clr>
        </p15:guide>
        <p15:guide id="2" pos="8444">
          <p15:clr>
            <a:srgbClr val="FBAE40"/>
          </p15:clr>
        </p15:guide>
        <p15:guide id="3" orient="horz" pos="2362">
          <p15:clr>
            <a:srgbClr val="FBAE40"/>
          </p15:clr>
        </p15:guide>
        <p15:guide id="4" orient="horz" pos="476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F528421C-954D-42F3-9E21-674EA4AC7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"/>
            <a:ext cx="12192000" cy="68575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047" y="563759"/>
            <a:ext cx="10873904" cy="461924"/>
          </a:xfrm>
        </p:spPr>
        <p:txBody>
          <a:bodyPr lIns="0" tIns="0" rIns="0" bIns="0"/>
          <a:lstStyle>
            <a:lvl1pPr>
              <a:defRPr sz="3002" b="1" i="0">
                <a:solidFill>
                  <a:srgbClr val="094183"/>
                </a:solidFill>
                <a:latin typeface="SourceSansPro-SemiBold"/>
                <a:cs typeface="SourceSansPro-SemiBold"/>
              </a:defRPr>
            </a:lvl1pPr>
          </a:lstStyle>
          <a:p>
            <a:endParaRPr lang="en-AU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1" y="6377941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rgbClr val="094183"/>
                </a:solidFill>
              </a:defRPr>
            </a:lvl1pPr>
          </a:lstStyle>
          <a:p>
            <a:fld id="{B6F15528-21DE-4FAA-801E-634DDDAF4B2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5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20">
          <p15:clr>
            <a:srgbClr val="FBAE40"/>
          </p15:clr>
        </p15:guide>
        <p15:guide id="2" pos="8444">
          <p15:clr>
            <a:srgbClr val="FBAE40"/>
          </p15:clr>
        </p15:guide>
        <p15:guide id="3" orient="horz" pos="2362">
          <p15:clr>
            <a:srgbClr val="FBAE40"/>
          </p15:clr>
        </p15:guide>
        <p15:guide id="4" orient="horz" pos="476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">
            <a:extLst>
              <a:ext uri="{FF2B5EF4-FFF2-40B4-BE49-F238E27FC236}">
                <a16:creationId xmlns:a16="http://schemas.microsoft.com/office/drawing/2014/main" id="{3C9420F5-ED5B-417D-A40D-F33EB98E98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"/>
            <a:ext cx="12192000" cy="68575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047" y="563759"/>
            <a:ext cx="10873904" cy="461924"/>
          </a:xfrm>
        </p:spPr>
        <p:txBody>
          <a:bodyPr lIns="0" tIns="0" rIns="0" bIns="0"/>
          <a:lstStyle>
            <a:lvl1pPr>
              <a:defRPr sz="3002" b="1" i="0">
                <a:solidFill>
                  <a:srgbClr val="094183"/>
                </a:solidFill>
                <a:latin typeface="SourceSansPro-SemiBold"/>
                <a:cs typeface="SourceSansPro-SemiBold"/>
              </a:defRPr>
            </a:lvl1pPr>
          </a:lstStyle>
          <a:p>
            <a:endParaRPr lang="en-AU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1" y="6377941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rgbClr val="094183"/>
                </a:solidFill>
              </a:defRPr>
            </a:lvl1pPr>
          </a:lstStyle>
          <a:p>
            <a:fld id="{B6F15528-21DE-4FAA-801E-634DDDAF4B2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629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20">
          <p15:clr>
            <a:srgbClr val="FBAE40"/>
          </p15:clr>
        </p15:guide>
        <p15:guide id="2" pos="8444">
          <p15:clr>
            <a:srgbClr val="FBAE40"/>
          </p15:clr>
        </p15:guide>
        <p15:guide id="3" orient="horz" pos="2362">
          <p15:clr>
            <a:srgbClr val="FBAE40"/>
          </p15:clr>
        </p15:guide>
        <p15:guide id="4" orient="horz" pos="4762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">
            <a:extLst>
              <a:ext uri="{FF2B5EF4-FFF2-40B4-BE49-F238E27FC236}">
                <a16:creationId xmlns:a16="http://schemas.microsoft.com/office/drawing/2014/main" id="{528AF1E3-7025-4EEE-BC1A-1FD91CE426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"/>
            <a:ext cx="12192000" cy="68575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047" y="563759"/>
            <a:ext cx="10873904" cy="461924"/>
          </a:xfrm>
        </p:spPr>
        <p:txBody>
          <a:bodyPr lIns="0" tIns="0" rIns="0" bIns="0"/>
          <a:lstStyle>
            <a:lvl1pPr>
              <a:defRPr sz="3002" b="1" i="0">
                <a:solidFill>
                  <a:srgbClr val="094183"/>
                </a:solidFill>
                <a:latin typeface="SourceSansPro-SemiBold"/>
                <a:cs typeface="SourceSansPro-SemiBold"/>
              </a:defRPr>
            </a:lvl1pPr>
          </a:lstStyle>
          <a:p>
            <a:endParaRPr lang="en-AU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1" y="6377941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rgbClr val="094183"/>
                </a:solidFill>
              </a:defRPr>
            </a:lvl1pPr>
          </a:lstStyle>
          <a:p>
            <a:fld id="{B6F15528-21DE-4FAA-801E-634DDDAF4B2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9473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20">
          <p15:clr>
            <a:srgbClr val="FBAE40"/>
          </p15:clr>
        </p15:guide>
        <p15:guide id="2" pos="8444">
          <p15:clr>
            <a:srgbClr val="FBAE40"/>
          </p15:clr>
        </p15:guide>
        <p15:guide id="3" orient="horz" pos="2362">
          <p15:clr>
            <a:srgbClr val="FBAE40"/>
          </p15:clr>
        </p15:guide>
        <p15:guide id="4" orient="horz" pos="476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864C07CF-C07F-463C-AC4E-1C452073F4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"/>
            <a:ext cx="12192000" cy="68575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047" y="563759"/>
            <a:ext cx="10873904" cy="461924"/>
          </a:xfrm>
        </p:spPr>
        <p:txBody>
          <a:bodyPr lIns="0" tIns="0" rIns="0" bIns="0"/>
          <a:lstStyle>
            <a:lvl1pPr>
              <a:defRPr sz="3002" b="1" i="0">
                <a:solidFill>
                  <a:srgbClr val="094183"/>
                </a:solidFill>
                <a:latin typeface="SourceSansPro-SemiBold"/>
                <a:cs typeface="SourceSansPro-SemiBold"/>
              </a:defRPr>
            </a:lvl1pPr>
          </a:lstStyle>
          <a:p>
            <a:endParaRPr lang="en-AU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1" y="6377941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rgbClr val="094183"/>
                </a:solidFill>
              </a:defRPr>
            </a:lvl1pPr>
          </a:lstStyle>
          <a:p>
            <a:fld id="{B6F15528-21DE-4FAA-801E-634DDDAF4B2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2788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20">
          <p15:clr>
            <a:srgbClr val="FBAE40"/>
          </p15:clr>
        </p15:guide>
        <p15:guide id="2" pos="8444">
          <p15:clr>
            <a:srgbClr val="FBAE40"/>
          </p15:clr>
        </p15:guide>
        <p15:guide id="3" orient="horz" pos="2362">
          <p15:clr>
            <a:srgbClr val="FBAE40"/>
          </p15:clr>
        </p15:guide>
        <p15:guide id="4" orient="horz" pos="476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3" name="Picture 2" descr="A close-up of a tower&#10;&#10;Description automatically generated with low confidence">
            <a:extLst>
              <a:ext uri="{FF2B5EF4-FFF2-40B4-BE49-F238E27FC236}">
                <a16:creationId xmlns:a16="http://schemas.microsoft.com/office/drawing/2014/main" id="{49F99D16-E917-E93E-97EE-2FD3302B9D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785" b="99676" l="9908" r="92237">
                        <a14:foregroundMark x1="63432" y1="96319" x2="63432" y2="96319"/>
                        <a14:foregroundMark x1="63432" y1="96319" x2="89122" y2="95510"/>
                        <a14:foregroundMark x1="89122" y1="95510" x2="92237" y2="98908"/>
                        <a14:foregroundMark x1="92237" y1="98908" x2="51379" y2="99676"/>
                        <a14:foregroundMark x1="70072" y1="69175" x2="78652" y2="71157"/>
                        <a14:foregroundMark x1="78652" y1="71157" x2="79111" y2="66828"/>
                        <a14:foregroundMark x1="79111" y1="66828" x2="79316" y2="665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183"/>
          <a:stretch/>
        </p:blipFill>
        <p:spPr>
          <a:xfrm>
            <a:off x="5356624" y="1"/>
            <a:ext cx="6981246" cy="6857999"/>
          </a:xfrm>
          <a:prstGeom prst="rect">
            <a:avLst/>
          </a:prstGeom>
        </p:spPr>
      </p:pic>
      <p:sp>
        <p:nvSpPr>
          <p:cNvPr id="5" name="bg object 17">
            <a:extLst>
              <a:ext uri="{FF2B5EF4-FFF2-40B4-BE49-F238E27FC236}">
                <a16:creationId xmlns:a16="http://schemas.microsoft.com/office/drawing/2014/main" id="{F72CDA43-810E-9577-0448-975AC5DD41F7}"/>
              </a:ext>
            </a:extLst>
          </p:cNvPr>
          <p:cNvSpPr/>
          <p:nvPr userDrawn="1"/>
        </p:nvSpPr>
        <p:spPr>
          <a:xfrm>
            <a:off x="0" y="0"/>
            <a:ext cx="6454905" cy="6857615"/>
          </a:xfrm>
          <a:custGeom>
            <a:avLst/>
            <a:gdLst/>
            <a:ahLst/>
            <a:cxnLst/>
            <a:rect l="l" t="t" r="r" b="b"/>
            <a:pathLst>
              <a:path w="10643870" h="11308715">
                <a:moveTo>
                  <a:pt x="7613621" y="0"/>
                </a:moveTo>
                <a:lnTo>
                  <a:pt x="0" y="0"/>
                </a:lnTo>
                <a:lnTo>
                  <a:pt x="0" y="11308556"/>
                </a:lnTo>
                <a:lnTo>
                  <a:pt x="10643749" y="11308556"/>
                </a:lnTo>
                <a:lnTo>
                  <a:pt x="7613621" y="0"/>
                </a:lnTo>
                <a:close/>
              </a:path>
            </a:pathLst>
          </a:custGeom>
          <a:solidFill>
            <a:srgbClr val="1C293C"/>
          </a:solidFill>
        </p:spPr>
        <p:txBody>
          <a:bodyPr wrap="square" lIns="0" tIns="0" rIns="0" bIns="0" rtlCol="0"/>
          <a:lstStyle/>
          <a:p>
            <a:endParaRPr sz="1092" dirty="0"/>
          </a:p>
        </p:txBody>
      </p:sp>
    </p:spTree>
    <p:extLst>
      <p:ext uri="{BB962C8B-B14F-4D97-AF65-F5344CB8AC3E}">
        <p14:creationId xmlns:p14="http://schemas.microsoft.com/office/powerpoint/2010/main" val="1887653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00">
          <p15:clr>
            <a:srgbClr val="FBAE40"/>
          </p15:clr>
        </p15:guide>
        <p15:guide id="2" pos="8444">
          <p15:clr>
            <a:srgbClr val="FBAE40"/>
          </p15:clr>
        </p15:guide>
        <p15:guide id="6" orient="horz" pos="2360">
          <p15:clr>
            <a:srgbClr val="FBAE40"/>
          </p15:clr>
        </p15:guide>
        <p15:guide id="7" orient="horz" pos="474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alue proposition canvas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9586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ith background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BB9E2-2D01-9A44-E954-118573103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2BD9B-33A8-FF2F-1674-320A35BFE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57441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alue proposition canvas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8CCF1CEF-C773-9679-9F6D-3C672DA3E477}"/>
              </a:ext>
            </a:extLst>
          </p:cNvPr>
          <p:cNvGrpSpPr/>
          <p:nvPr userDrawn="1"/>
        </p:nvGrpSpPr>
        <p:grpSpPr>
          <a:xfrm>
            <a:off x="333375" y="241300"/>
            <a:ext cx="11526025" cy="6400800"/>
            <a:chOff x="333375" y="241300"/>
            <a:chExt cx="11526025" cy="640080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A8A341-DC80-CCB6-F721-FC9DB507E38A}"/>
                </a:ext>
              </a:extLst>
            </p:cNvPr>
            <p:cNvSpPr txBox="1"/>
            <p:nvPr userDrawn="1"/>
          </p:nvSpPr>
          <p:spPr>
            <a:xfrm>
              <a:off x="333375" y="241300"/>
              <a:ext cx="35926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b="1">
                  <a:latin typeface="Source Sans Pro" panose="020B0503030403020204" pitchFamily="34" charset="0"/>
                  <a:ea typeface="Source Sans Pro" panose="020B0503030403020204" pitchFamily="34" charset="0"/>
                </a:rPr>
                <a:t>Value proposition canvas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56A9A7C-A050-9716-1723-72F51EC53230}"/>
                </a:ext>
              </a:extLst>
            </p:cNvPr>
            <p:cNvSpPr/>
            <p:nvPr/>
          </p:nvSpPr>
          <p:spPr>
            <a:xfrm>
              <a:off x="346075" y="1231900"/>
              <a:ext cx="5400000" cy="540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6D6EADA-FB73-3FB8-9EAA-963AF22244A4}"/>
                </a:ext>
              </a:extLst>
            </p:cNvPr>
            <p:cNvCxnSpPr/>
            <p:nvPr/>
          </p:nvCxnSpPr>
          <p:spPr>
            <a:xfrm>
              <a:off x="342900" y="1231900"/>
              <a:ext cx="2349500" cy="23368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A57B603-1F68-F531-1A1D-0BC3DDD1C624}"/>
                </a:ext>
              </a:extLst>
            </p:cNvPr>
            <p:cNvCxnSpPr>
              <a:stCxn id="61" idx="3"/>
            </p:cNvCxnSpPr>
            <p:nvPr/>
          </p:nvCxnSpPr>
          <p:spPr>
            <a:xfrm>
              <a:off x="3406075" y="3931900"/>
              <a:ext cx="2601025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A246D73-F4AC-3679-EA40-83C8D9134B8A}"/>
                </a:ext>
              </a:extLst>
            </p:cNvPr>
            <p:cNvCxnSpPr>
              <a:endCxn id="53" idx="2"/>
            </p:cNvCxnSpPr>
            <p:nvPr/>
          </p:nvCxnSpPr>
          <p:spPr>
            <a:xfrm>
              <a:off x="6210300" y="3931900"/>
              <a:ext cx="25686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BAFA35-C1B5-6235-E5B4-05EB7164A1D6}"/>
                </a:ext>
              </a:extLst>
            </p:cNvPr>
            <p:cNvSpPr txBox="1"/>
            <p:nvPr/>
          </p:nvSpPr>
          <p:spPr>
            <a:xfrm>
              <a:off x="2500895" y="787400"/>
              <a:ext cx="10903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6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Value map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08406D6-AF90-27CE-1A17-28E1DD3F8E25}"/>
                </a:ext>
              </a:extLst>
            </p:cNvPr>
            <p:cNvSpPr txBox="1"/>
            <p:nvPr/>
          </p:nvSpPr>
          <p:spPr>
            <a:xfrm>
              <a:off x="374139" y="3695700"/>
              <a:ext cx="9236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>
                  <a:solidFill>
                    <a:schemeClr val="tx1">
                      <a:alpha val="3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Products/</a:t>
              </a:r>
              <a:br>
                <a:rPr lang="en-AU" sz="1400">
                  <a:solidFill>
                    <a:schemeClr val="tx1">
                      <a:alpha val="3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</a:br>
              <a:r>
                <a:rPr lang="en-AU" sz="1400">
                  <a:solidFill>
                    <a:schemeClr val="tx1">
                      <a:alpha val="3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Services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D6FA30B-E61C-42F1-9ED6-14216EC72865}"/>
                </a:ext>
              </a:extLst>
            </p:cNvPr>
            <p:cNvSpPr txBox="1"/>
            <p:nvPr/>
          </p:nvSpPr>
          <p:spPr>
            <a:xfrm>
              <a:off x="3849405" y="3568700"/>
              <a:ext cx="11833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>
                  <a:solidFill>
                    <a:schemeClr val="tx1">
                      <a:alpha val="3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Gain creators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321803A-8D67-52D3-8A61-E6BA08893393}"/>
                </a:ext>
              </a:extLst>
            </p:cNvPr>
            <p:cNvSpPr txBox="1"/>
            <p:nvPr/>
          </p:nvSpPr>
          <p:spPr>
            <a:xfrm>
              <a:off x="3842192" y="3987800"/>
              <a:ext cx="1197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>
                  <a:solidFill>
                    <a:schemeClr val="tx1">
                      <a:alpha val="3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Pain relievers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6F008A2-F208-E79F-4149-421AB06A878A}"/>
                </a:ext>
              </a:extLst>
            </p:cNvPr>
            <p:cNvSpPr/>
            <p:nvPr/>
          </p:nvSpPr>
          <p:spPr>
            <a:xfrm>
              <a:off x="6438900" y="1231900"/>
              <a:ext cx="5400000" cy="540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6A7735B-4152-624B-2DDD-9DE5F4796CF7}"/>
                </a:ext>
              </a:extLst>
            </p:cNvPr>
            <p:cNvSpPr txBox="1"/>
            <p:nvPr/>
          </p:nvSpPr>
          <p:spPr>
            <a:xfrm>
              <a:off x="8328423" y="787400"/>
              <a:ext cx="16209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600">
                  <a:latin typeface="Source Sans Pro" panose="020B0503030403020204" pitchFamily="34" charset="0"/>
                  <a:ea typeface="Source Sans Pro" panose="020B0503030403020204" pitchFamily="34" charset="0"/>
                </a:rPr>
                <a:t>Customer profile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AC5F9DA-FD09-13A9-0013-813A039B08C2}"/>
                </a:ext>
              </a:extLst>
            </p:cNvPr>
            <p:cNvSpPr/>
            <p:nvPr/>
          </p:nvSpPr>
          <p:spPr>
            <a:xfrm>
              <a:off x="8778900" y="3571900"/>
              <a:ext cx="720000" cy="72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FD39CEC-4359-5D17-11AC-684DB26F5732}"/>
                </a:ext>
              </a:extLst>
            </p:cNvPr>
            <p:cNvCxnSpPr>
              <a:stCxn id="53" idx="7"/>
              <a:endCxn id="51" idx="7"/>
            </p:cNvCxnSpPr>
            <p:nvPr/>
          </p:nvCxnSpPr>
          <p:spPr>
            <a:xfrm flipV="1">
              <a:off x="9393458" y="2022712"/>
              <a:ext cx="1654630" cy="1654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BDAC47C-7C4B-05C9-421C-4BBE729E3A54}"/>
                </a:ext>
              </a:extLst>
            </p:cNvPr>
            <p:cNvCxnSpPr>
              <a:stCxn id="51" idx="5"/>
              <a:endCxn id="53" idx="5"/>
            </p:cNvCxnSpPr>
            <p:nvPr/>
          </p:nvCxnSpPr>
          <p:spPr>
            <a:xfrm flipH="1" flipV="1">
              <a:off x="9393458" y="4186458"/>
              <a:ext cx="1654630" cy="1654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13A9064-8583-78B4-35DD-52DC4257D85E}"/>
                </a:ext>
              </a:extLst>
            </p:cNvPr>
            <p:cNvSpPr txBox="1"/>
            <p:nvPr/>
          </p:nvSpPr>
          <p:spPr>
            <a:xfrm>
              <a:off x="7356466" y="3556000"/>
              <a:ext cx="6030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>
                  <a:solidFill>
                    <a:schemeClr val="tx1">
                      <a:alpha val="3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Gains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8A1F28C-4AB9-0123-BD7F-454C0AAB2C56}"/>
                </a:ext>
              </a:extLst>
            </p:cNvPr>
            <p:cNvSpPr txBox="1"/>
            <p:nvPr/>
          </p:nvSpPr>
          <p:spPr>
            <a:xfrm>
              <a:off x="7361274" y="3987800"/>
              <a:ext cx="5934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>
                  <a:solidFill>
                    <a:schemeClr val="tx1">
                      <a:alpha val="3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Pains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FFC005A-8578-DB30-BAA5-ABF0FA4A6EBB}"/>
                </a:ext>
              </a:extLst>
            </p:cNvPr>
            <p:cNvSpPr txBox="1"/>
            <p:nvPr/>
          </p:nvSpPr>
          <p:spPr>
            <a:xfrm>
              <a:off x="10573842" y="2501900"/>
              <a:ext cx="9204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>
                  <a:solidFill>
                    <a:schemeClr val="tx1">
                      <a:alpha val="3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Customer</a:t>
              </a:r>
              <a:br>
                <a:rPr lang="en-AU" sz="1400">
                  <a:solidFill>
                    <a:schemeClr val="tx1">
                      <a:alpha val="3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</a:br>
              <a:r>
                <a:rPr lang="en-AU" sz="1400">
                  <a:solidFill>
                    <a:schemeClr val="tx1">
                      <a:alpha val="3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jobs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F40E8C8-4857-52F4-E590-8F7358816182}"/>
                </a:ext>
              </a:extLst>
            </p:cNvPr>
            <p:cNvSpPr/>
            <p:nvPr/>
          </p:nvSpPr>
          <p:spPr>
            <a:xfrm>
              <a:off x="2686075" y="3571900"/>
              <a:ext cx="720000" cy="72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E4AE068-0D85-57BB-406F-39498CCF3555}"/>
                </a:ext>
              </a:extLst>
            </p:cNvPr>
            <p:cNvCxnSpPr/>
            <p:nvPr/>
          </p:nvCxnSpPr>
          <p:spPr>
            <a:xfrm flipV="1">
              <a:off x="342900" y="4292600"/>
              <a:ext cx="2349500" cy="23495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Graphic 4" descr="Checklist with solid fill">
              <a:extLst>
                <a:ext uri="{FF2B5EF4-FFF2-40B4-BE49-F238E27FC236}">
                  <a16:creationId xmlns:a16="http://schemas.microsoft.com/office/drawing/2014/main" id="{C87CA6AA-7D50-F967-CB25-77BE4C8DF4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945000" y="3452000"/>
              <a:ext cx="914400" cy="914400"/>
            </a:xfrm>
            <a:prstGeom prst="rect">
              <a:avLst/>
            </a:prstGeom>
          </p:spPr>
        </p:pic>
        <p:pic>
          <p:nvPicPr>
            <p:cNvPr id="26" name="Graphic 25" descr="Sad face outline with solid fill">
              <a:extLst>
                <a:ext uri="{FF2B5EF4-FFF2-40B4-BE49-F238E27FC236}">
                  <a16:creationId xmlns:a16="http://schemas.microsoft.com/office/drawing/2014/main" id="{EAA4DDB0-9B44-0927-9137-FB7F7E2644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25150" y="5545100"/>
              <a:ext cx="914400" cy="914400"/>
            </a:xfrm>
            <a:prstGeom prst="rect">
              <a:avLst/>
            </a:prstGeom>
          </p:spPr>
        </p:pic>
        <p:pic>
          <p:nvPicPr>
            <p:cNvPr id="28" name="Graphic 27" descr="Smiling face outline with solid fill">
              <a:extLst>
                <a:ext uri="{FF2B5EF4-FFF2-40B4-BE49-F238E27FC236}">
                  <a16:creationId xmlns:a16="http://schemas.microsoft.com/office/drawing/2014/main" id="{C0A2A26D-728F-078D-E529-27B6E2A86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25150" y="1377100"/>
              <a:ext cx="914400" cy="914400"/>
            </a:xfrm>
            <a:prstGeom prst="rect">
              <a:avLst/>
            </a:prstGeom>
          </p:spPr>
        </p:pic>
        <p:pic>
          <p:nvPicPr>
            <p:cNvPr id="30" name="Graphic 29" descr="Upward trend with solid fill">
              <a:extLst>
                <a:ext uri="{FF2B5EF4-FFF2-40B4-BE49-F238E27FC236}">
                  <a16:creationId xmlns:a16="http://schemas.microsoft.com/office/drawing/2014/main" id="{0A60A9A7-BD7E-072B-AB4B-E4E1635E26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6400" y="1311200"/>
              <a:ext cx="914400" cy="914400"/>
            </a:xfrm>
            <a:prstGeom prst="rect">
              <a:avLst/>
            </a:prstGeom>
          </p:spPr>
        </p:pic>
        <p:pic>
          <p:nvPicPr>
            <p:cNvPr id="64" name="Graphic 63" descr="Medicine with solid fill">
              <a:extLst>
                <a:ext uri="{FF2B5EF4-FFF2-40B4-BE49-F238E27FC236}">
                  <a16:creationId xmlns:a16="http://schemas.microsoft.com/office/drawing/2014/main" id="{BEDE03A9-AC6E-DCB0-820D-5B69998CD1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52100" y="5652200"/>
              <a:ext cx="914400" cy="914400"/>
            </a:xfrm>
            <a:prstGeom prst="rect">
              <a:avLst/>
            </a:prstGeom>
          </p:spPr>
        </p:pic>
        <p:pic>
          <p:nvPicPr>
            <p:cNvPr id="66" name="Graphic 65" descr="Continuous Improvement with solid fill">
              <a:extLst>
                <a:ext uri="{FF2B5EF4-FFF2-40B4-BE49-F238E27FC236}">
                  <a16:creationId xmlns:a16="http://schemas.microsoft.com/office/drawing/2014/main" id="{9DC13DEA-582D-E73C-76A5-1997F0A178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50900" y="3465400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2355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st card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15A8A341-DC80-CCB6-F721-FC9DB507E38A}"/>
              </a:ext>
            </a:extLst>
          </p:cNvPr>
          <p:cNvSpPr txBox="1"/>
          <p:nvPr userDrawn="1"/>
        </p:nvSpPr>
        <p:spPr>
          <a:xfrm>
            <a:off x="225697" y="241300"/>
            <a:ext cx="1784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Hypotheses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A246D73-F4AC-3679-EA40-83C8D9134B8A}"/>
              </a:ext>
            </a:extLst>
          </p:cNvPr>
          <p:cNvCxnSpPr>
            <a:cxnSpLocks/>
          </p:cNvCxnSpPr>
          <p:nvPr/>
        </p:nvCxnSpPr>
        <p:spPr>
          <a:xfrm>
            <a:off x="252184" y="1225646"/>
            <a:ext cx="5529118" cy="0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1BAFA35-C1B5-6235-E5B4-05EB7164A1D6}"/>
              </a:ext>
            </a:extLst>
          </p:cNvPr>
          <p:cNvSpPr txBox="1"/>
          <p:nvPr/>
        </p:nvSpPr>
        <p:spPr>
          <a:xfrm>
            <a:off x="225697" y="787400"/>
            <a:ext cx="974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Test card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8406D6-AF90-27CE-1A17-28E1DD3F8E25}"/>
              </a:ext>
            </a:extLst>
          </p:cNvPr>
          <p:cNvSpPr txBox="1"/>
          <p:nvPr/>
        </p:nvSpPr>
        <p:spPr>
          <a:xfrm>
            <a:off x="225697" y="1275773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 dirty="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HYPOTHESIS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119FA1-8D55-639A-E7A4-95AB17EA325F}"/>
              </a:ext>
            </a:extLst>
          </p:cNvPr>
          <p:cNvSpPr txBox="1"/>
          <p:nvPr userDrawn="1"/>
        </p:nvSpPr>
        <p:spPr>
          <a:xfrm>
            <a:off x="225697" y="1497446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We believe that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461930-8F69-C293-9F59-91DC9988A381}"/>
              </a:ext>
            </a:extLst>
          </p:cNvPr>
          <p:cNvCxnSpPr>
            <a:cxnSpLocks/>
          </p:cNvCxnSpPr>
          <p:nvPr userDrawn="1"/>
        </p:nvCxnSpPr>
        <p:spPr>
          <a:xfrm>
            <a:off x="252184" y="2532592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057CBD4-4F6B-B6D7-C2E2-AD2CA9957ADD}"/>
              </a:ext>
            </a:extLst>
          </p:cNvPr>
          <p:cNvCxnSpPr>
            <a:cxnSpLocks/>
          </p:cNvCxnSpPr>
          <p:nvPr userDrawn="1"/>
        </p:nvCxnSpPr>
        <p:spPr>
          <a:xfrm>
            <a:off x="252184" y="3839538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3246AA-AC92-D8CE-F4AA-EDD530198D0D}"/>
              </a:ext>
            </a:extLst>
          </p:cNvPr>
          <p:cNvCxnSpPr>
            <a:cxnSpLocks/>
          </p:cNvCxnSpPr>
          <p:nvPr userDrawn="1"/>
        </p:nvCxnSpPr>
        <p:spPr>
          <a:xfrm>
            <a:off x="252184" y="5146484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2728E7C-B87A-D160-CC7B-1F7B9881443F}"/>
              </a:ext>
            </a:extLst>
          </p:cNvPr>
          <p:cNvCxnSpPr>
            <a:cxnSpLocks/>
          </p:cNvCxnSpPr>
          <p:nvPr userDrawn="1"/>
        </p:nvCxnSpPr>
        <p:spPr>
          <a:xfrm>
            <a:off x="252184" y="6453428"/>
            <a:ext cx="5529118" cy="0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016EE30-D490-B2D9-6944-16F050E251C5}"/>
              </a:ext>
            </a:extLst>
          </p:cNvPr>
          <p:cNvSpPr txBox="1"/>
          <p:nvPr userDrawn="1"/>
        </p:nvSpPr>
        <p:spPr>
          <a:xfrm>
            <a:off x="225697" y="2578100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TEST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27CD95-0580-3675-DBAC-ADB876EA4E83}"/>
              </a:ext>
            </a:extLst>
          </p:cNvPr>
          <p:cNvSpPr txBox="1"/>
          <p:nvPr userDrawn="1"/>
        </p:nvSpPr>
        <p:spPr>
          <a:xfrm>
            <a:off x="225697" y="2799773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To verify that, we will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0C0651-87F0-BF01-94D3-888370C7A94E}"/>
              </a:ext>
            </a:extLst>
          </p:cNvPr>
          <p:cNvSpPr txBox="1"/>
          <p:nvPr userDrawn="1"/>
        </p:nvSpPr>
        <p:spPr>
          <a:xfrm>
            <a:off x="225697" y="3917373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METRIC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4C2EF5-8C06-C6CF-D5D7-288359E9F523}"/>
              </a:ext>
            </a:extLst>
          </p:cNvPr>
          <p:cNvSpPr txBox="1"/>
          <p:nvPr userDrawn="1"/>
        </p:nvSpPr>
        <p:spPr>
          <a:xfrm>
            <a:off x="225697" y="4139046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And measure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42A282-195E-8C03-953A-EA7E55001337}"/>
              </a:ext>
            </a:extLst>
          </p:cNvPr>
          <p:cNvSpPr txBox="1"/>
          <p:nvPr userDrawn="1"/>
        </p:nvSpPr>
        <p:spPr>
          <a:xfrm>
            <a:off x="225697" y="5182755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CRITERIA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31C171-3DBE-00F2-F32D-A7D25FB0D22C}"/>
              </a:ext>
            </a:extLst>
          </p:cNvPr>
          <p:cNvSpPr txBox="1"/>
          <p:nvPr userDrawn="1"/>
        </p:nvSpPr>
        <p:spPr>
          <a:xfrm>
            <a:off x="225697" y="5404428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We are right if</a:t>
            </a:r>
          </a:p>
        </p:txBody>
      </p:sp>
      <p:pic>
        <p:nvPicPr>
          <p:cNvPr id="8" name="Graphic 7" descr="Warning with solid fill">
            <a:extLst>
              <a:ext uri="{FF2B5EF4-FFF2-40B4-BE49-F238E27FC236}">
                <a16:creationId xmlns:a16="http://schemas.microsoft.com/office/drawing/2014/main" id="{3B761C0A-1A6B-10C3-2C89-1A0E4601F8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4103" y="1258094"/>
            <a:ext cx="360000" cy="360000"/>
          </a:xfrm>
          <a:prstGeom prst="rect">
            <a:avLst/>
          </a:prstGeom>
        </p:spPr>
      </p:pic>
      <p:pic>
        <p:nvPicPr>
          <p:cNvPr id="68" name="Graphic 67" descr="Warning with solid fill">
            <a:extLst>
              <a:ext uri="{FF2B5EF4-FFF2-40B4-BE49-F238E27FC236}">
                <a16:creationId xmlns:a16="http://schemas.microsoft.com/office/drawing/2014/main" id="{996A03A2-6487-85DC-6C12-C52C695ABF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74173" y="1340067"/>
            <a:ext cx="270000" cy="270000"/>
          </a:xfrm>
          <a:prstGeom prst="rect">
            <a:avLst/>
          </a:prstGeom>
        </p:spPr>
      </p:pic>
      <p:pic>
        <p:nvPicPr>
          <p:cNvPr id="69" name="Graphic 68" descr="Warning with solid fill">
            <a:extLst>
              <a:ext uri="{FF2B5EF4-FFF2-40B4-BE49-F238E27FC236}">
                <a16:creationId xmlns:a16="http://schemas.microsoft.com/office/drawing/2014/main" id="{880B175C-489E-1B05-74CD-59BA717641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9864" y="1419444"/>
            <a:ext cx="180000" cy="1800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B58D5416-7752-1E10-AD65-9FC989237D45}"/>
              </a:ext>
            </a:extLst>
          </p:cNvPr>
          <p:cNvSpPr txBox="1"/>
          <p:nvPr userDrawn="1"/>
        </p:nvSpPr>
        <p:spPr>
          <a:xfrm>
            <a:off x="3883870" y="1373043"/>
            <a:ext cx="797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2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Critical: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6C317D-B980-01A9-3F4A-6DBF119B4594}"/>
              </a:ext>
            </a:extLst>
          </p:cNvPr>
          <p:cNvSpPr txBox="1"/>
          <p:nvPr userDrawn="1"/>
        </p:nvSpPr>
        <p:spPr>
          <a:xfrm>
            <a:off x="3462513" y="4007484"/>
            <a:ext cx="120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2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Time required:</a:t>
            </a:r>
          </a:p>
        </p:txBody>
      </p:sp>
      <p:pic>
        <p:nvPicPr>
          <p:cNvPr id="16" name="Graphic 15" descr="Clock with solid fill">
            <a:extLst>
              <a:ext uri="{FF2B5EF4-FFF2-40B4-BE49-F238E27FC236}">
                <a16:creationId xmlns:a16="http://schemas.microsoft.com/office/drawing/2014/main" id="{95807DC4-FF59-ACA4-6554-DA423ECBD9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2397" y="3879273"/>
            <a:ext cx="360000" cy="360000"/>
          </a:xfrm>
          <a:prstGeom prst="rect">
            <a:avLst/>
          </a:prstGeom>
        </p:spPr>
      </p:pic>
      <p:pic>
        <p:nvPicPr>
          <p:cNvPr id="75" name="Graphic 74" descr="Clock with solid fill">
            <a:extLst>
              <a:ext uri="{FF2B5EF4-FFF2-40B4-BE49-F238E27FC236}">
                <a16:creationId xmlns:a16="http://schemas.microsoft.com/office/drawing/2014/main" id="{2A656223-199D-259A-ACEC-11E335ED15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4014" y="3958647"/>
            <a:ext cx="270000" cy="270000"/>
          </a:xfrm>
          <a:prstGeom prst="rect">
            <a:avLst/>
          </a:prstGeom>
        </p:spPr>
      </p:pic>
      <p:pic>
        <p:nvPicPr>
          <p:cNvPr id="76" name="Graphic 75" descr="Clock with solid fill">
            <a:extLst>
              <a:ext uri="{FF2B5EF4-FFF2-40B4-BE49-F238E27FC236}">
                <a16:creationId xmlns:a16="http://schemas.microsoft.com/office/drawing/2014/main" id="{CE3C00B0-0B21-A959-11D5-A28F655033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1181" y="4046219"/>
            <a:ext cx="180000" cy="180000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AEFF02B-5B34-D967-8612-8FFAFF6424E7}"/>
              </a:ext>
            </a:extLst>
          </p:cNvPr>
          <p:cNvCxnSpPr>
            <a:cxnSpLocks/>
          </p:cNvCxnSpPr>
          <p:nvPr userDrawn="1"/>
        </p:nvCxnSpPr>
        <p:spPr>
          <a:xfrm>
            <a:off x="6413216" y="1225646"/>
            <a:ext cx="5529118" cy="0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DA2B3DB-D98C-0913-D782-BEC0A0C41343}"/>
              </a:ext>
            </a:extLst>
          </p:cNvPr>
          <p:cNvSpPr txBox="1"/>
          <p:nvPr userDrawn="1"/>
        </p:nvSpPr>
        <p:spPr>
          <a:xfrm>
            <a:off x="6386728" y="787400"/>
            <a:ext cx="974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Test card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1B01D59-66B0-314B-9609-505DA1570FCD}"/>
              </a:ext>
            </a:extLst>
          </p:cNvPr>
          <p:cNvSpPr txBox="1"/>
          <p:nvPr userDrawn="1"/>
        </p:nvSpPr>
        <p:spPr>
          <a:xfrm>
            <a:off x="6386728" y="1303482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HYPOTHESIS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C1EF3E0-2ACE-B1A8-22CC-CE9AEFDF96CB}"/>
              </a:ext>
            </a:extLst>
          </p:cNvPr>
          <p:cNvSpPr txBox="1"/>
          <p:nvPr userDrawn="1"/>
        </p:nvSpPr>
        <p:spPr>
          <a:xfrm>
            <a:off x="6386728" y="1497446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We believe that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9238086-C9A0-8033-E207-1EB825356E48}"/>
              </a:ext>
            </a:extLst>
          </p:cNvPr>
          <p:cNvCxnSpPr>
            <a:cxnSpLocks/>
          </p:cNvCxnSpPr>
          <p:nvPr userDrawn="1"/>
        </p:nvCxnSpPr>
        <p:spPr>
          <a:xfrm>
            <a:off x="6413216" y="2532592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D576BBB-DDD3-CE6C-5E4F-89DCE2E709B1}"/>
              </a:ext>
            </a:extLst>
          </p:cNvPr>
          <p:cNvCxnSpPr>
            <a:cxnSpLocks/>
          </p:cNvCxnSpPr>
          <p:nvPr userDrawn="1"/>
        </p:nvCxnSpPr>
        <p:spPr>
          <a:xfrm>
            <a:off x="6413216" y="3839538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B6ADE62-8171-A163-BF77-BC0E333DFEF8}"/>
              </a:ext>
            </a:extLst>
          </p:cNvPr>
          <p:cNvCxnSpPr>
            <a:cxnSpLocks/>
          </p:cNvCxnSpPr>
          <p:nvPr userDrawn="1"/>
        </p:nvCxnSpPr>
        <p:spPr>
          <a:xfrm>
            <a:off x="6413216" y="5146484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2FFDB4F-DA05-B140-54C2-BFED629AFAD2}"/>
              </a:ext>
            </a:extLst>
          </p:cNvPr>
          <p:cNvCxnSpPr>
            <a:cxnSpLocks/>
          </p:cNvCxnSpPr>
          <p:nvPr userDrawn="1"/>
        </p:nvCxnSpPr>
        <p:spPr>
          <a:xfrm>
            <a:off x="6413216" y="6453428"/>
            <a:ext cx="5529118" cy="0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837C8D3-CF34-4117-5AD3-8B58D96136F3}"/>
              </a:ext>
            </a:extLst>
          </p:cNvPr>
          <p:cNvSpPr txBox="1"/>
          <p:nvPr userDrawn="1"/>
        </p:nvSpPr>
        <p:spPr>
          <a:xfrm>
            <a:off x="6386728" y="2578100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TEST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87F29F-9034-CE91-BB86-6162816FABC6}"/>
              </a:ext>
            </a:extLst>
          </p:cNvPr>
          <p:cNvSpPr txBox="1"/>
          <p:nvPr userDrawn="1"/>
        </p:nvSpPr>
        <p:spPr>
          <a:xfrm>
            <a:off x="6386728" y="2799773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To verify that, we will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F53B8EB-D4E2-F409-6E78-3F095ACEB17A}"/>
              </a:ext>
            </a:extLst>
          </p:cNvPr>
          <p:cNvSpPr txBox="1"/>
          <p:nvPr userDrawn="1"/>
        </p:nvSpPr>
        <p:spPr>
          <a:xfrm>
            <a:off x="6386728" y="3917373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METRIC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4D4B4A7-6BDB-FAA4-97BD-A705C7E60DFD}"/>
              </a:ext>
            </a:extLst>
          </p:cNvPr>
          <p:cNvSpPr txBox="1"/>
          <p:nvPr userDrawn="1"/>
        </p:nvSpPr>
        <p:spPr>
          <a:xfrm>
            <a:off x="6386728" y="4139046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And measure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2A17468-086D-71CD-23B7-9213C8913906}"/>
              </a:ext>
            </a:extLst>
          </p:cNvPr>
          <p:cNvSpPr txBox="1"/>
          <p:nvPr userDrawn="1"/>
        </p:nvSpPr>
        <p:spPr>
          <a:xfrm>
            <a:off x="6386728" y="5182755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CRITERIA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C4005A5-0501-5B7E-27C6-947B3F91BEAC}"/>
              </a:ext>
            </a:extLst>
          </p:cNvPr>
          <p:cNvSpPr txBox="1"/>
          <p:nvPr userDrawn="1"/>
        </p:nvSpPr>
        <p:spPr>
          <a:xfrm>
            <a:off x="6386728" y="5404428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We are right if</a:t>
            </a:r>
          </a:p>
        </p:txBody>
      </p:sp>
      <p:pic>
        <p:nvPicPr>
          <p:cNvPr id="92" name="Graphic 91" descr="Warning with solid fill">
            <a:extLst>
              <a:ext uri="{FF2B5EF4-FFF2-40B4-BE49-F238E27FC236}">
                <a16:creationId xmlns:a16="http://schemas.microsoft.com/office/drawing/2014/main" id="{A716B3C5-47D6-B11C-9F28-D7641412B2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5135" y="1258094"/>
            <a:ext cx="360000" cy="360000"/>
          </a:xfrm>
          <a:prstGeom prst="rect">
            <a:avLst/>
          </a:prstGeom>
        </p:spPr>
      </p:pic>
      <p:pic>
        <p:nvPicPr>
          <p:cNvPr id="93" name="Graphic 92" descr="Warning with solid fill">
            <a:extLst>
              <a:ext uri="{FF2B5EF4-FFF2-40B4-BE49-F238E27FC236}">
                <a16:creationId xmlns:a16="http://schemas.microsoft.com/office/drawing/2014/main" id="{D3D5FB31-A2E5-54D4-8587-59E73D3DD0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5205" y="1340067"/>
            <a:ext cx="270000" cy="270000"/>
          </a:xfrm>
          <a:prstGeom prst="rect">
            <a:avLst/>
          </a:prstGeom>
        </p:spPr>
      </p:pic>
      <p:pic>
        <p:nvPicPr>
          <p:cNvPr id="94" name="Graphic 93" descr="Warning with solid fill">
            <a:extLst>
              <a:ext uri="{FF2B5EF4-FFF2-40B4-BE49-F238E27FC236}">
                <a16:creationId xmlns:a16="http://schemas.microsoft.com/office/drawing/2014/main" id="{2381665F-B266-A05F-C4FB-E4758C5A41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0896" y="1419444"/>
            <a:ext cx="180000" cy="180000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E66FF68B-7D71-19C3-3723-98BE50261047}"/>
              </a:ext>
            </a:extLst>
          </p:cNvPr>
          <p:cNvSpPr txBox="1"/>
          <p:nvPr userDrawn="1"/>
        </p:nvSpPr>
        <p:spPr>
          <a:xfrm>
            <a:off x="10044902" y="1373043"/>
            <a:ext cx="797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2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Critical: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AA390DB-0C6A-8ED1-8DF5-B844596212AD}"/>
              </a:ext>
            </a:extLst>
          </p:cNvPr>
          <p:cNvSpPr txBox="1"/>
          <p:nvPr userDrawn="1"/>
        </p:nvSpPr>
        <p:spPr>
          <a:xfrm>
            <a:off x="9623545" y="4007484"/>
            <a:ext cx="120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2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Time required:</a:t>
            </a:r>
          </a:p>
        </p:txBody>
      </p:sp>
      <p:pic>
        <p:nvPicPr>
          <p:cNvPr id="97" name="Graphic 96" descr="Clock with solid fill">
            <a:extLst>
              <a:ext uri="{FF2B5EF4-FFF2-40B4-BE49-F238E27FC236}">
                <a16:creationId xmlns:a16="http://schemas.microsoft.com/office/drawing/2014/main" id="{BE05013F-B66D-21AA-00B8-BDC43B6917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3429" y="3879273"/>
            <a:ext cx="360000" cy="360000"/>
          </a:xfrm>
          <a:prstGeom prst="rect">
            <a:avLst/>
          </a:prstGeom>
        </p:spPr>
      </p:pic>
      <p:pic>
        <p:nvPicPr>
          <p:cNvPr id="98" name="Graphic 97" descr="Clock with solid fill">
            <a:extLst>
              <a:ext uri="{FF2B5EF4-FFF2-40B4-BE49-F238E27FC236}">
                <a16:creationId xmlns:a16="http://schemas.microsoft.com/office/drawing/2014/main" id="{BFA483E8-6BA3-92D8-98A5-307F55DDEB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046" y="3958647"/>
            <a:ext cx="270000" cy="270000"/>
          </a:xfrm>
          <a:prstGeom prst="rect">
            <a:avLst/>
          </a:prstGeom>
        </p:spPr>
      </p:pic>
      <p:pic>
        <p:nvPicPr>
          <p:cNvPr id="99" name="Graphic 98" descr="Clock with solid fill">
            <a:extLst>
              <a:ext uri="{FF2B5EF4-FFF2-40B4-BE49-F238E27FC236}">
                <a16:creationId xmlns:a16="http://schemas.microsoft.com/office/drawing/2014/main" id="{8FCA0D19-7745-367B-B2D3-FA70F86946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2213" y="4046219"/>
            <a:ext cx="180000" cy="180000"/>
          </a:xfrm>
          <a:prstGeom prst="rect">
            <a:avLst/>
          </a:prstGeom>
        </p:spPr>
      </p:pic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777B218-3848-9BB3-17BD-9E9B178F47A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5401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arning card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15A8A341-DC80-CCB6-F721-FC9DB507E38A}"/>
              </a:ext>
            </a:extLst>
          </p:cNvPr>
          <p:cNvSpPr txBox="1"/>
          <p:nvPr userDrawn="1"/>
        </p:nvSpPr>
        <p:spPr>
          <a:xfrm>
            <a:off x="225696" y="241300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>
                <a:latin typeface="Source Sans Pro" panose="020B0503030403020204" pitchFamily="34" charset="0"/>
                <a:ea typeface="Source Sans Pro" panose="020B0503030403020204" pitchFamily="34" charset="0"/>
              </a:rPr>
              <a:t>Learnings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A246D73-F4AC-3679-EA40-83C8D9134B8A}"/>
              </a:ext>
            </a:extLst>
          </p:cNvPr>
          <p:cNvCxnSpPr>
            <a:cxnSpLocks/>
          </p:cNvCxnSpPr>
          <p:nvPr/>
        </p:nvCxnSpPr>
        <p:spPr>
          <a:xfrm>
            <a:off x="252184" y="1225646"/>
            <a:ext cx="5529118" cy="0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1BAFA35-C1B5-6235-E5B4-05EB7164A1D6}"/>
              </a:ext>
            </a:extLst>
          </p:cNvPr>
          <p:cNvSpPr txBox="1"/>
          <p:nvPr/>
        </p:nvSpPr>
        <p:spPr>
          <a:xfrm>
            <a:off x="225696" y="787400"/>
            <a:ext cx="1361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Learning card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8406D6-AF90-27CE-1A17-28E1DD3F8E25}"/>
              </a:ext>
            </a:extLst>
          </p:cNvPr>
          <p:cNvSpPr txBox="1"/>
          <p:nvPr/>
        </p:nvSpPr>
        <p:spPr>
          <a:xfrm>
            <a:off x="225696" y="1275773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HYPOTHESIS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119FA1-8D55-639A-E7A4-95AB17EA325F}"/>
              </a:ext>
            </a:extLst>
          </p:cNvPr>
          <p:cNvSpPr txBox="1"/>
          <p:nvPr userDrawn="1"/>
        </p:nvSpPr>
        <p:spPr>
          <a:xfrm>
            <a:off x="225696" y="1497446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We believed that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461930-8F69-C293-9F59-91DC9988A381}"/>
              </a:ext>
            </a:extLst>
          </p:cNvPr>
          <p:cNvCxnSpPr>
            <a:cxnSpLocks/>
          </p:cNvCxnSpPr>
          <p:nvPr userDrawn="1"/>
        </p:nvCxnSpPr>
        <p:spPr>
          <a:xfrm>
            <a:off x="252184" y="2532592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057CBD4-4F6B-B6D7-C2E2-AD2CA9957ADD}"/>
              </a:ext>
            </a:extLst>
          </p:cNvPr>
          <p:cNvCxnSpPr>
            <a:cxnSpLocks/>
          </p:cNvCxnSpPr>
          <p:nvPr userDrawn="1"/>
        </p:nvCxnSpPr>
        <p:spPr>
          <a:xfrm>
            <a:off x="252184" y="3839538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3246AA-AC92-D8CE-F4AA-EDD530198D0D}"/>
              </a:ext>
            </a:extLst>
          </p:cNvPr>
          <p:cNvCxnSpPr>
            <a:cxnSpLocks/>
          </p:cNvCxnSpPr>
          <p:nvPr userDrawn="1"/>
        </p:nvCxnSpPr>
        <p:spPr>
          <a:xfrm>
            <a:off x="252184" y="5146484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2728E7C-B87A-D160-CC7B-1F7B9881443F}"/>
              </a:ext>
            </a:extLst>
          </p:cNvPr>
          <p:cNvCxnSpPr>
            <a:cxnSpLocks/>
          </p:cNvCxnSpPr>
          <p:nvPr userDrawn="1"/>
        </p:nvCxnSpPr>
        <p:spPr>
          <a:xfrm>
            <a:off x="252184" y="6453428"/>
            <a:ext cx="5529118" cy="0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016EE30-D490-B2D9-6944-16F050E251C5}"/>
              </a:ext>
            </a:extLst>
          </p:cNvPr>
          <p:cNvSpPr txBox="1"/>
          <p:nvPr userDrawn="1"/>
        </p:nvSpPr>
        <p:spPr>
          <a:xfrm>
            <a:off x="225696" y="2578100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OBSERVATION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27CD95-0580-3675-DBAC-ADB876EA4E83}"/>
              </a:ext>
            </a:extLst>
          </p:cNvPr>
          <p:cNvSpPr txBox="1"/>
          <p:nvPr userDrawn="1"/>
        </p:nvSpPr>
        <p:spPr>
          <a:xfrm>
            <a:off x="225696" y="2799773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We observed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0C0651-87F0-BF01-94D3-888370C7A94E}"/>
              </a:ext>
            </a:extLst>
          </p:cNvPr>
          <p:cNvSpPr txBox="1"/>
          <p:nvPr userDrawn="1"/>
        </p:nvSpPr>
        <p:spPr>
          <a:xfrm>
            <a:off x="225696" y="3917373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LEARNING AND INSIGHTS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4C2EF5-8C06-C6CF-D5D7-288359E9F523}"/>
              </a:ext>
            </a:extLst>
          </p:cNvPr>
          <p:cNvSpPr txBox="1"/>
          <p:nvPr userDrawn="1"/>
        </p:nvSpPr>
        <p:spPr>
          <a:xfrm>
            <a:off x="225696" y="4139046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From that we learnt that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42A282-195E-8C03-953A-EA7E55001337}"/>
              </a:ext>
            </a:extLst>
          </p:cNvPr>
          <p:cNvSpPr txBox="1"/>
          <p:nvPr userDrawn="1"/>
        </p:nvSpPr>
        <p:spPr>
          <a:xfrm>
            <a:off x="225696" y="5182755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DECISIONS AND ACTIONS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31C171-3DBE-00F2-F32D-A7D25FB0D22C}"/>
              </a:ext>
            </a:extLst>
          </p:cNvPr>
          <p:cNvSpPr txBox="1"/>
          <p:nvPr userDrawn="1"/>
        </p:nvSpPr>
        <p:spPr>
          <a:xfrm>
            <a:off x="225696" y="5404428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Therefore, we will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6C317D-B980-01A9-3F4A-6DBF119B4594}"/>
              </a:ext>
            </a:extLst>
          </p:cNvPr>
          <p:cNvSpPr txBox="1"/>
          <p:nvPr userDrawn="1"/>
        </p:nvSpPr>
        <p:spPr>
          <a:xfrm>
            <a:off x="3519663" y="4007484"/>
            <a:ext cx="120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2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Data reliability: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AEFF02B-5B34-D967-8612-8FFAFF6424E7}"/>
              </a:ext>
            </a:extLst>
          </p:cNvPr>
          <p:cNvCxnSpPr>
            <a:cxnSpLocks/>
          </p:cNvCxnSpPr>
          <p:nvPr userDrawn="1"/>
        </p:nvCxnSpPr>
        <p:spPr>
          <a:xfrm>
            <a:off x="6413216" y="1225646"/>
            <a:ext cx="5529118" cy="0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DA2B3DB-D98C-0913-D782-BEC0A0C41343}"/>
              </a:ext>
            </a:extLst>
          </p:cNvPr>
          <p:cNvSpPr txBox="1"/>
          <p:nvPr userDrawn="1"/>
        </p:nvSpPr>
        <p:spPr>
          <a:xfrm>
            <a:off x="6386728" y="787400"/>
            <a:ext cx="1361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Learning card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1B01D59-66B0-314B-9609-505DA1570FCD}"/>
              </a:ext>
            </a:extLst>
          </p:cNvPr>
          <p:cNvSpPr txBox="1"/>
          <p:nvPr userDrawn="1"/>
        </p:nvSpPr>
        <p:spPr>
          <a:xfrm>
            <a:off x="6386728" y="1303482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HYPOTHESIS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C1EF3E0-2ACE-B1A8-22CC-CE9AEFDF96CB}"/>
              </a:ext>
            </a:extLst>
          </p:cNvPr>
          <p:cNvSpPr txBox="1"/>
          <p:nvPr userDrawn="1"/>
        </p:nvSpPr>
        <p:spPr>
          <a:xfrm>
            <a:off x="6386728" y="1497446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We believed that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9238086-C9A0-8033-E207-1EB825356E48}"/>
              </a:ext>
            </a:extLst>
          </p:cNvPr>
          <p:cNvCxnSpPr>
            <a:cxnSpLocks/>
          </p:cNvCxnSpPr>
          <p:nvPr userDrawn="1"/>
        </p:nvCxnSpPr>
        <p:spPr>
          <a:xfrm>
            <a:off x="6413216" y="2532592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D576BBB-DDD3-CE6C-5E4F-89DCE2E709B1}"/>
              </a:ext>
            </a:extLst>
          </p:cNvPr>
          <p:cNvCxnSpPr>
            <a:cxnSpLocks/>
          </p:cNvCxnSpPr>
          <p:nvPr userDrawn="1"/>
        </p:nvCxnSpPr>
        <p:spPr>
          <a:xfrm>
            <a:off x="6413216" y="3839538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B6ADE62-8171-A163-BF77-BC0E333DFEF8}"/>
              </a:ext>
            </a:extLst>
          </p:cNvPr>
          <p:cNvCxnSpPr>
            <a:cxnSpLocks/>
          </p:cNvCxnSpPr>
          <p:nvPr userDrawn="1"/>
        </p:nvCxnSpPr>
        <p:spPr>
          <a:xfrm>
            <a:off x="6413216" y="5146484"/>
            <a:ext cx="5529118" cy="0"/>
          </a:xfrm>
          <a:prstGeom prst="line">
            <a:avLst/>
          </a:prstGeom>
          <a:ln w="158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2FFDB4F-DA05-B140-54C2-BFED629AFAD2}"/>
              </a:ext>
            </a:extLst>
          </p:cNvPr>
          <p:cNvCxnSpPr>
            <a:cxnSpLocks/>
          </p:cNvCxnSpPr>
          <p:nvPr userDrawn="1"/>
        </p:nvCxnSpPr>
        <p:spPr>
          <a:xfrm>
            <a:off x="6413216" y="6453428"/>
            <a:ext cx="5529118" cy="0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837C8D3-CF34-4117-5AD3-8B58D96136F3}"/>
              </a:ext>
            </a:extLst>
          </p:cNvPr>
          <p:cNvSpPr txBox="1"/>
          <p:nvPr userDrawn="1"/>
        </p:nvSpPr>
        <p:spPr>
          <a:xfrm>
            <a:off x="6386728" y="2578100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OBSERVATION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87F29F-9034-CE91-BB86-6162816FABC6}"/>
              </a:ext>
            </a:extLst>
          </p:cNvPr>
          <p:cNvSpPr txBox="1"/>
          <p:nvPr userDrawn="1"/>
        </p:nvSpPr>
        <p:spPr>
          <a:xfrm>
            <a:off x="6386728" y="2799773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We observed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F53B8EB-D4E2-F409-6E78-3F095ACEB17A}"/>
              </a:ext>
            </a:extLst>
          </p:cNvPr>
          <p:cNvSpPr txBox="1"/>
          <p:nvPr userDrawn="1"/>
        </p:nvSpPr>
        <p:spPr>
          <a:xfrm>
            <a:off x="6386728" y="3917373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LEARNING AND INSIGHTS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4D4B4A7-6BDB-FAA4-97BD-A705C7E60DFD}"/>
              </a:ext>
            </a:extLst>
          </p:cNvPr>
          <p:cNvSpPr txBox="1"/>
          <p:nvPr userDrawn="1"/>
        </p:nvSpPr>
        <p:spPr>
          <a:xfrm>
            <a:off x="6386728" y="4139046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From that we learnt that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2A17468-086D-71CD-23B7-9213C8913906}"/>
              </a:ext>
            </a:extLst>
          </p:cNvPr>
          <p:cNvSpPr txBox="1"/>
          <p:nvPr userDrawn="1"/>
        </p:nvSpPr>
        <p:spPr>
          <a:xfrm>
            <a:off x="6386728" y="5182755"/>
            <a:ext cx="239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1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DECISIONS AND ACTIONS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C4005A5-0501-5B7E-27C6-947B3F91BEAC}"/>
              </a:ext>
            </a:extLst>
          </p:cNvPr>
          <p:cNvSpPr txBox="1"/>
          <p:nvPr userDrawn="1"/>
        </p:nvSpPr>
        <p:spPr>
          <a:xfrm>
            <a:off x="6386728" y="5404428"/>
            <a:ext cx="2396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400">
                <a:latin typeface="Source Sans Pro" panose="020B0503030403020204" pitchFamily="34" charset="0"/>
                <a:ea typeface="Source Sans Pro" panose="020B0503030403020204" pitchFamily="34" charset="0"/>
              </a:rPr>
              <a:t>Therefore, we will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777B218-3848-9BB3-17BD-9E9B178F47A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Thumbs up sign with solid fill">
            <a:extLst>
              <a:ext uri="{FF2B5EF4-FFF2-40B4-BE49-F238E27FC236}">
                <a16:creationId xmlns:a16="http://schemas.microsoft.com/office/drawing/2014/main" id="{58D8E3E9-7919-2EF8-BA2C-FB38AE6CCE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0181" y="3894570"/>
            <a:ext cx="360000" cy="360000"/>
          </a:xfrm>
          <a:prstGeom prst="rect">
            <a:avLst/>
          </a:prstGeom>
        </p:spPr>
      </p:pic>
      <p:pic>
        <p:nvPicPr>
          <p:cNvPr id="50" name="Graphic 49" descr="Thumbs up sign with solid fill">
            <a:extLst>
              <a:ext uri="{FF2B5EF4-FFF2-40B4-BE49-F238E27FC236}">
                <a16:creationId xmlns:a16="http://schemas.microsoft.com/office/drawing/2014/main" id="{453E8E4B-6345-7008-8B2F-C9911DD602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75381" y="3974809"/>
            <a:ext cx="270000" cy="270000"/>
          </a:xfrm>
          <a:prstGeom prst="rect">
            <a:avLst/>
          </a:prstGeom>
        </p:spPr>
      </p:pic>
      <p:pic>
        <p:nvPicPr>
          <p:cNvPr id="51" name="Graphic 50" descr="Thumbs up sign with solid fill">
            <a:extLst>
              <a:ext uri="{FF2B5EF4-FFF2-40B4-BE49-F238E27FC236}">
                <a16:creationId xmlns:a16="http://schemas.microsoft.com/office/drawing/2014/main" id="{186B43B0-C0C7-C7BE-3D48-C85B5803AC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5998" y="4052163"/>
            <a:ext cx="180000" cy="180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CAFCD238-2B87-4171-315C-4EC7E3D836A0}"/>
              </a:ext>
            </a:extLst>
          </p:cNvPr>
          <p:cNvSpPr txBox="1"/>
          <p:nvPr userDrawn="1"/>
        </p:nvSpPr>
        <p:spPr>
          <a:xfrm>
            <a:off x="3472038" y="5226684"/>
            <a:ext cx="120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2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Action required:</a:t>
            </a:r>
          </a:p>
        </p:txBody>
      </p:sp>
      <p:pic>
        <p:nvPicPr>
          <p:cNvPr id="5" name="Graphic 4" descr="Checkbox Checked with solid fill">
            <a:extLst>
              <a:ext uri="{FF2B5EF4-FFF2-40B4-BE49-F238E27FC236}">
                <a16:creationId xmlns:a16="http://schemas.microsoft.com/office/drawing/2014/main" id="{560B6D96-D107-B8B7-8650-6B37E551D8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3525" y="5118100"/>
            <a:ext cx="396000" cy="396000"/>
          </a:xfrm>
          <a:prstGeom prst="rect">
            <a:avLst/>
          </a:prstGeom>
        </p:spPr>
      </p:pic>
      <p:pic>
        <p:nvPicPr>
          <p:cNvPr id="56" name="Graphic 55" descr="Checkbox Checked with solid fill">
            <a:extLst>
              <a:ext uri="{FF2B5EF4-FFF2-40B4-BE49-F238E27FC236}">
                <a16:creationId xmlns:a16="http://schemas.microsoft.com/office/drawing/2014/main" id="{312F5AB0-1716-92D9-85D4-7EA7EFA5F2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75" y="5187950"/>
            <a:ext cx="306000" cy="306000"/>
          </a:xfrm>
          <a:prstGeom prst="rect">
            <a:avLst/>
          </a:prstGeom>
        </p:spPr>
      </p:pic>
      <p:pic>
        <p:nvPicPr>
          <p:cNvPr id="57" name="Graphic 56" descr="Checkbox Checked with solid fill">
            <a:extLst>
              <a:ext uri="{FF2B5EF4-FFF2-40B4-BE49-F238E27FC236}">
                <a16:creationId xmlns:a16="http://schemas.microsoft.com/office/drawing/2014/main" id="{729273B7-0077-D8ED-DB79-E829C00F5E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00" y="5257800"/>
            <a:ext cx="216000" cy="2160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04CCD0A1-0F9E-17E1-96D2-F2DD50894D62}"/>
              </a:ext>
            </a:extLst>
          </p:cNvPr>
          <p:cNvSpPr txBox="1"/>
          <p:nvPr userDrawn="1"/>
        </p:nvSpPr>
        <p:spPr>
          <a:xfrm>
            <a:off x="9682338" y="4026534"/>
            <a:ext cx="120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2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Data reliability:</a:t>
            </a:r>
          </a:p>
        </p:txBody>
      </p:sp>
      <p:pic>
        <p:nvPicPr>
          <p:cNvPr id="60" name="Graphic 59" descr="Thumbs up sign with solid fill">
            <a:extLst>
              <a:ext uri="{FF2B5EF4-FFF2-40B4-BE49-F238E27FC236}">
                <a16:creationId xmlns:a16="http://schemas.microsoft.com/office/drawing/2014/main" id="{24437442-B0EB-484D-00D7-6EE3CD7D3F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2856" y="3913620"/>
            <a:ext cx="360000" cy="360000"/>
          </a:xfrm>
          <a:prstGeom prst="rect">
            <a:avLst/>
          </a:prstGeom>
        </p:spPr>
      </p:pic>
      <p:pic>
        <p:nvPicPr>
          <p:cNvPr id="61" name="Graphic 60" descr="Thumbs up sign with solid fill">
            <a:extLst>
              <a:ext uri="{FF2B5EF4-FFF2-40B4-BE49-F238E27FC236}">
                <a16:creationId xmlns:a16="http://schemas.microsoft.com/office/drawing/2014/main" id="{8DECA660-6764-ABBE-FCE2-DB7FE36C39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8056" y="3993859"/>
            <a:ext cx="270000" cy="270000"/>
          </a:xfrm>
          <a:prstGeom prst="rect">
            <a:avLst/>
          </a:prstGeom>
        </p:spPr>
      </p:pic>
      <p:pic>
        <p:nvPicPr>
          <p:cNvPr id="62" name="Graphic 61" descr="Thumbs up sign with solid fill">
            <a:extLst>
              <a:ext uri="{FF2B5EF4-FFF2-40B4-BE49-F238E27FC236}">
                <a16:creationId xmlns:a16="http://schemas.microsoft.com/office/drawing/2014/main" id="{06C70C3B-9568-36C1-E4E6-6AA2982193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8673" y="4071213"/>
            <a:ext cx="180000" cy="1800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26C926DC-EB9F-5F62-77C5-1AF2548F018B}"/>
              </a:ext>
            </a:extLst>
          </p:cNvPr>
          <p:cNvSpPr txBox="1"/>
          <p:nvPr userDrawn="1"/>
        </p:nvSpPr>
        <p:spPr>
          <a:xfrm>
            <a:off x="9653763" y="5226684"/>
            <a:ext cx="120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200">
                <a:solidFill>
                  <a:schemeClr val="tx1">
                    <a:alpha val="3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Action required:</a:t>
            </a:r>
          </a:p>
        </p:txBody>
      </p:sp>
      <p:pic>
        <p:nvPicPr>
          <p:cNvPr id="66" name="Graphic 65" descr="Checkbox Checked with solid fill">
            <a:extLst>
              <a:ext uri="{FF2B5EF4-FFF2-40B4-BE49-F238E27FC236}">
                <a16:creationId xmlns:a16="http://schemas.microsoft.com/office/drawing/2014/main" id="{D8CE0F02-9998-8494-34C0-087D1D8CE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5250" y="5118100"/>
            <a:ext cx="396000" cy="396000"/>
          </a:xfrm>
          <a:prstGeom prst="rect">
            <a:avLst/>
          </a:prstGeom>
        </p:spPr>
      </p:pic>
      <p:pic>
        <p:nvPicPr>
          <p:cNvPr id="67" name="Graphic 66" descr="Checkbox Checked with solid fill">
            <a:extLst>
              <a:ext uri="{FF2B5EF4-FFF2-40B4-BE49-F238E27FC236}">
                <a16:creationId xmlns:a16="http://schemas.microsoft.com/office/drawing/2014/main" id="{9AF70548-8E75-533E-05BA-AB735B5D86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6800" y="5187950"/>
            <a:ext cx="306000" cy="306000"/>
          </a:xfrm>
          <a:prstGeom prst="rect">
            <a:avLst/>
          </a:prstGeom>
        </p:spPr>
      </p:pic>
      <p:pic>
        <p:nvPicPr>
          <p:cNvPr id="71" name="Graphic 70" descr="Checkbox Checked with solid fill">
            <a:extLst>
              <a:ext uri="{FF2B5EF4-FFF2-40B4-BE49-F238E27FC236}">
                <a16:creationId xmlns:a16="http://schemas.microsoft.com/office/drawing/2014/main" id="{776BC4E2-077C-66DC-F270-E0E1212C8C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2325" y="525780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40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26800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26800"/>
            <a:ext cx="288032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B2558-6228-01A8-6AA9-F913EDFCDE9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5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1"/>
            <a:ext cx="1512000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762" r:id="rId2"/>
    <p:sldLayoutId id="2147483763" r:id="rId3"/>
    <p:sldLayoutId id="2147483816" r:id="rId4"/>
    <p:sldLayoutId id="2147483817" r:id="rId5"/>
    <p:sldLayoutId id="2147483821" r:id="rId6"/>
    <p:sldLayoutId id="2147483822" r:id="rId7"/>
    <p:sldLayoutId id="2147483823" r:id="rId8"/>
    <p:sldLayoutId id="2147483824" r:id="rId9"/>
    <p:sldLayoutId id="2147483799" r:id="rId10"/>
    <p:sldLayoutId id="2147483819" r:id="rId11"/>
    <p:sldLayoutId id="2147483820" r:id="rId12"/>
    <p:sldLayoutId id="2147483800" r:id="rId13"/>
    <p:sldLayoutId id="2147483792" r:id="rId14"/>
    <p:sldLayoutId id="2147483802" r:id="rId15"/>
    <p:sldLayoutId id="2147483775" r:id="rId16"/>
    <p:sldLayoutId id="2147483650" r:id="rId17"/>
    <p:sldLayoutId id="2147483815" r:id="rId18"/>
    <p:sldLayoutId id="2147483652" r:id="rId19"/>
    <p:sldLayoutId id="2147483778" r:id="rId20"/>
    <p:sldLayoutId id="2147483804" r:id="rId21"/>
    <p:sldLayoutId id="2147483805" r:id="rId22"/>
    <p:sldLayoutId id="2147483803" r:id="rId23"/>
    <p:sldLayoutId id="2147483806" r:id="rId24"/>
    <p:sldLayoutId id="2147483794" r:id="rId25"/>
    <p:sldLayoutId id="2147483795" r:id="rId26"/>
    <p:sldLayoutId id="2147483796" r:id="rId27"/>
    <p:sldLayoutId id="2147483791" r:id="rId28"/>
    <p:sldLayoutId id="2147483797" r:id="rId29"/>
    <p:sldLayoutId id="2147483790" r:id="rId30"/>
    <p:sldLayoutId id="2147483798" r:id="rId31"/>
    <p:sldLayoutId id="2147483768" r:id="rId32"/>
    <p:sldLayoutId id="2147483769" r:id="rId33"/>
    <p:sldLayoutId id="2147483770" r:id="rId34"/>
    <p:sldLayoutId id="2147483771" r:id="rId35"/>
    <p:sldLayoutId id="2147483789" r:id="rId36"/>
    <p:sldLayoutId id="2147483776" r:id="rId37"/>
    <p:sldLayoutId id="2147483777" r:id="rId38"/>
    <p:sldLayoutId id="2147483807" r:id="rId39"/>
    <p:sldLayoutId id="2147483808" r:id="rId40"/>
    <p:sldLayoutId id="2147483809" r:id="rId41"/>
    <p:sldLayoutId id="2147483810" r:id="rId42"/>
    <p:sldLayoutId id="2147483814" r:id="rId43"/>
    <p:sldLayoutId id="2147483811" r:id="rId44"/>
    <p:sldLayoutId id="2147483780" r:id="rId45"/>
    <p:sldLayoutId id="2147483801" r:id="rId46"/>
    <p:sldLayoutId id="2147483813" r:id="rId47"/>
    <p:sldLayoutId id="2147483812" r:id="rId48"/>
    <p:sldLayoutId id="2147483845" r:id="rId4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436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047" y="563759"/>
            <a:ext cx="10873904" cy="7617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SourceSansPro-SemiBold"/>
                <a:cs typeface="SourceSansPro-SemiBold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9047" y="2303537"/>
            <a:ext cx="108739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11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3" r:id="rId2"/>
    <p:sldLayoutId id="2147483834" r:id="rId3"/>
    <p:sldLayoutId id="2147483835" r:id="rId4"/>
    <p:sldLayoutId id="2147483836" r:id="rId5"/>
    <p:sldLayoutId id="214748384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62">
          <p15:clr>
            <a:srgbClr val="F26B43"/>
          </p15:clr>
        </p15:guide>
        <p15:guide id="2" pos="633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D20831-48BD-E996-C528-6D4D53C3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3B6B9-2A83-0F4F-6A5E-2C0BC07F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23164-C662-DFBB-F828-B8CEF94BD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F7F53-085C-4254-AB85-F34400A09201}" type="datetimeFigureOut">
              <a:rPr lang="en-AU" smtClean="0"/>
              <a:t>15/05/2026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84837-86C7-3A1F-1CA9-E039D56F0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1385E-98F9-9B03-EF29-81A2E8B6F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97B59-8E16-4A0A-B537-019836D08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418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2" r:id="rId2"/>
    <p:sldLayoutId id="2147483848" r:id="rId3"/>
    <p:sldLayoutId id="2147483849" r:id="rId4"/>
    <p:sldLayoutId id="214748385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uq.pressbooks.pub/uq-blak-history/chapter/country-and-place/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TjloQcCjaM" TargetMode="Externa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rtupgeeks.it/elevator-pitch-60-secondi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rtupgeeks.it/elevator-pitch-60-secondi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rtupgeeks.it/elevator-pitch-60-secondi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ound-megaphone-announcement-651706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1IdJDscYH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ound-megaphone-announcement-651706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712D419-C650-F5D2-B6F6-0B8AD8898198}"/>
              </a:ext>
            </a:extLst>
          </p:cNvPr>
          <p:cNvSpPr txBox="1">
            <a:spLocks/>
          </p:cNvSpPr>
          <p:nvPr/>
        </p:nvSpPr>
        <p:spPr>
          <a:xfrm>
            <a:off x="404496" y="2348880"/>
            <a:ext cx="38527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66EA9-295E-9FF9-EDAC-43E8782632CA}"/>
              </a:ext>
            </a:extLst>
          </p:cNvPr>
          <p:cNvSpPr txBox="1"/>
          <p:nvPr/>
        </p:nvSpPr>
        <p:spPr>
          <a:xfrm>
            <a:off x="404496" y="957054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COMP1100/7110</a:t>
            </a:r>
            <a:br>
              <a:rPr lang="en-AU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AU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Introduction to software innovation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5F0C3E-929B-ECE9-2035-71164AFC7368}"/>
              </a:ext>
            </a:extLst>
          </p:cNvPr>
          <p:cNvSpPr txBox="1"/>
          <p:nvPr/>
        </p:nvSpPr>
        <p:spPr>
          <a:xfrm>
            <a:off x="404496" y="5577780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School of Electrical Engineering and Computer Science</a:t>
            </a:r>
            <a:br>
              <a:rPr lang="en-AU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AU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University of Queensland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7761C5-9EC3-FC81-CD03-AB353A5646C2}"/>
              </a:ext>
            </a:extLst>
          </p:cNvPr>
          <p:cNvSpPr txBox="1"/>
          <p:nvPr/>
        </p:nvSpPr>
        <p:spPr>
          <a:xfrm>
            <a:off x="404496" y="3143207"/>
            <a:ext cx="4755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Week 11</a:t>
            </a:r>
          </a:p>
          <a:p>
            <a:r>
              <a:rPr lang="en-AU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Pitching a project</a:t>
            </a:r>
          </a:p>
        </p:txBody>
      </p:sp>
    </p:spTree>
    <p:extLst>
      <p:ext uri="{BB962C8B-B14F-4D97-AF65-F5344CB8AC3E}">
        <p14:creationId xmlns:p14="http://schemas.microsoft.com/office/powerpoint/2010/main" val="1500220272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8BA125-C0C6-D809-79B2-12A65141E8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17DE0E-AFB1-41FD-BC35-27DB61CA125F}" type="slidenum">
              <a:rPr lang="en-AU" smtClean="0"/>
              <a:t>2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75238" y="2636838"/>
            <a:ext cx="3960440" cy="3024410"/>
          </a:xfrm>
        </p:spPr>
        <p:txBody>
          <a:bodyPr/>
          <a:lstStyle/>
          <a:p>
            <a:pPr>
              <a:defRPr/>
            </a:pPr>
            <a:r>
              <a:rPr lang="en-AU" sz="3200" dirty="0"/>
              <a:t>ACKNOWLEDGEMENT</a:t>
            </a:r>
            <a:br>
              <a:rPr lang="en-AU" sz="3200" dirty="0"/>
            </a:br>
            <a:r>
              <a:rPr lang="en-AU" sz="3200" dirty="0"/>
              <a:t>OF COUNTRY</a:t>
            </a:r>
            <a:endParaRPr sz="3200" dirty="0"/>
          </a:p>
        </p:txBody>
      </p:sp>
      <p:pic>
        <p:nvPicPr>
          <p:cNvPr id="13" name="Picture Placeholder 12" descr="Artwork: A Guidance through Time.&#10;Artists: Quandamooka artists Casey Coolwell and Kyra Mancktelow&#10;UQ Reconciliation Action Plan Artwork.">
            <a:extLst>
              <a:ext uri="{FF2B5EF4-FFF2-40B4-BE49-F238E27FC236}">
                <a16:creationId xmlns:a16="http://schemas.microsoft.com/office/drawing/2014/main" id="{EB0B79D3-5CE9-1839-62CD-302D0D67F378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/>
          <a:srcRect l="222" r="46932"/>
          <a:stretch/>
        </p:blipFill>
        <p:spPr>
          <a:xfrm>
            <a:off x="4400549" y="0"/>
            <a:ext cx="7810872" cy="6872511"/>
          </a:xfrm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CD1F98-74B0-AFE8-83F4-32519B6FD8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9F225D-1201-C11A-D056-62D7655694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79E22-45AE-5CE7-9988-42209031E3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376" y="2001916"/>
            <a:ext cx="6561031" cy="4063640"/>
          </a:xfrm>
        </p:spPr>
        <p:txBody>
          <a:bodyPr/>
          <a:lstStyle/>
          <a:p>
            <a:pPr algn="ctr"/>
            <a:endParaRPr lang="en-AU" sz="1600" b="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endParaRPr lang="en-AU" sz="1600" b="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endParaRPr lang="en-AU" sz="1600" b="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AU" sz="1600" b="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https://uq.pressbooks.pub/uq-blak-history/chapter/country-and-place/</a:t>
            </a:r>
            <a:r>
              <a:rPr lang="en-AU" sz="1600" b="0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DBEB60-898C-A959-B4AD-BE94EC5D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COUNTRY AND PLACE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394773-1D96-353B-CC49-066627B40E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AU" dirty="0"/>
              <a:t>The University of Queensland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5C526A-1D80-23A4-3E07-7FF75B624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328" y="-27384"/>
            <a:ext cx="5160352" cy="688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54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E42D6-0DBC-7E81-17CA-29BCDDD8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A2BE-E499-F8A1-C80C-D2ABF7BAE0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D0AB6A-8D78-AD25-F21C-F91A6D0CD4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DB813C-79C9-98CF-D23E-E947B077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/>
          <a:p>
            <a:r>
              <a:rPr lang="en-AU" dirty="0"/>
              <a:t>WEEK BY WEEK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90550-E4E3-17E5-252B-38D4BDE94F0B}"/>
              </a:ext>
            </a:extLst>
          </p:cNvPr>
          <p:cNvSpPr txBox="1"/>
          <p:nvPr/>
        </p:nvSpPr>
        <p:spPr>
          <a:xfrm>
            <a:off x="700497" y="1393985"/>
            <a:ext cx="6090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Iteration 1: Problem Discovery </a:t>
            </a:r>
          </a:p>
          <a:p>
            <a:r>
              <a:rPr lang="en-GB" sz="1600" i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Who are our customers, and what problems do they actually have?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48E34B4-1E64-E0CD-728E-1F955782AD44}"/>
              </a:ext>
            </a:extLst>
          </p:cNvPr>
          <p:cNvGraphicFramePr>
            <a:graphicFrameLocks noGrp="1"/>
          </p:cNvGraphicFramePr>
          <p:nvPr/>
        </p:nvGraphicFramePr>
        <p:xfrm>
          <a:off x="827350" y="2272648"/>
          <a:ext cx="10153126" cy="3619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235">
                  <a:extLst>
                    <a:ext uri="{9D8B030D-6E8A-4147-A177-3AD203B41FA5}">
                      <a16:colId xmlns:a16="http://schemas.microsoft.com/office/drawing/2014/main" val="3463988167"/>
                    </a:ext>
                  </a:extLst>
                </a:gridCol>
                <a:gridCol w="4780423">
                  <a:extLst>
                    <a:ext uri="{9D8B030D-6E8A-4147-A177-3AD203B41FA5}">
                      <a16:colId xmlns:a16="http://schemas.microsoft.com/office/drawing/2014/main" val="3867027495"/>
                    </a:ext>
                  </a:extLst>
                </a:gridCol>
                <a:gridCol w="4812468">
                  <a:extLst>
                    <a:ext uri="{9D8B030D-6E8A-4147-A177-3AD203B41FA5}">
                      <a16:colId xmlns:a16="http://schemas.microsoft.com/office/drawing/2014/main" val="2016689251"/>
                    </a:ext>
                  </a:extLst>
                </a:gridCol>
              </a:tblGrid>
              <a:tr h="354137">
                <a:tc>
                  <a:txBody>
                    <a:bodyPr/>
                    <a:lstStyle/>
                    <a:p>
                      <a:endParaRPr lang="en-GB" sz="1400" noProof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Process – what to do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Deliverables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7732"/>
                  </a:ext>
                </a:extLst>
              </a:tr>
              <a:tr h="340850"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Identify potential topics and define initial problem areas.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Interview hypotheses and questions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78947"/>
                  </a:ext>
                </a:extLst>
              </a:tr>
              <a:tr h="186458">
                <a:tc rowSpan="2">
                  <a:txBody>
                    <a:bodyPr/>
                    <a:lstStyle/>
                    <a:p>
                      <a:r>
                        <a:rPr lang="en-GB" sz="1300" b="1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Conduct first round of interviews to validate the problem.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Interview transcripts and recordings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244603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AU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Analyse responses and refine or pivot questions as needed.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Refined set of questions and hypotheses (if required)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786960"/>
                  </a:ext>
                </a:extLst>
              </a:tr>
              <a:tr h="386301">
                <a:tc rowSpan="2"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Document key learnings from interviews.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Test and learning cards.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59048670"/>
                  </a:ext>
                </a:extLst>
              </a:tr>
              <a:tr h="297536">
                <a:tc vMerge="1">
                  <a:txBody>
                    <a:bodyPr/>
                    <a:lstStyle/>
                    <a:p>
                      <a:endParaRPr lang="en-AU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Conduct second round of interviews to deepen problem insights.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Interview transcripts and recordings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200315"/>
                  </a:ext>
                </a:extLst>
              </a:tr>
              <a:tr h="297536">
                <a:tc rowSpan="3"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Analyse all interview data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Learning Cards 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77763104"/>
                  </a:ext>
                </a:extLst>
              </a:tr>
              <a:tr h="297536">
                <a:tc vMerge="1">
                  <a:txBody>
                    <a:bodyPr/>
                    <a:lstStyle/>
                    <a:p>
                      <a:endParaRPr lang="en-AU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Define target customer segments based on identified problems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Value Proposition Canvas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971185"/>
                  </a:ext>
                </a:extLst>
              </a:tr>
              <a:tr h="297536">
                <a:tc vMerge="1">
                  <a:txBody>
                    <a:bodyPr/>
                    <a:lstStyle/>
                    <a:p>
                      <a:endParaRPr lang="en-AU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Business Model Canvas – customer segments and value propositions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14317"/>
                  </a:ext>
                </a:extLst>
              </a:tr>
              <a:tr h="259080">
                <a:tc rowSpan="2"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300" b="1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Iteration 1 submission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Tag repository – more info on Blackboard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85787777"/>
                  </a:ext>
                </a:extLst>
              </a:tr>
              <a:tr h="259080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Individual reflection</a:t>
                      </a:r>
                    </a:p>
                  </a:txBody>
                  <a:tcPr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292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04460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2CCF-AB18-0CEA-DEFE-D4D802420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2CCD2C-DA4B-3414-52FE-4B75AEC2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46" y="763960"/>
            <a:ext cx="9577138" cy="469056"/>
          </a:xfrm>
        </p:spPr>
        <p:txBody>
          <a:bodyPr/>
          <a:lstStyle/>
          <a:p>
            <a:r>
              <a:rPr lang="en-AU" dirty="0"/>
              <a:t>EXERCISE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26DDEE-CB0F-D1C1-C8B0-6796877A9389}"/>
              </a:ext>
            </a:extLst>
          </p:cNvPr>
          <p:cNvSpPr txBox="1"/>
          <p:nvPr/>
        </p:nvSpPr>
        <p:spPr>
          <a:xfrm>
            <a:off x="623392" y="2206709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51247A"/>
                </a:solidFill>
              </a:rPr>
              <a:t>REMEMBER THIS NUMBER FOR LATER: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A245D-AB29-597F-C1DC-1D57A8A0205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4BF52-9622-C6B6-F3EF-04D1F6234DDC}"/>
              </a:ext>
            </a:extLst>
          </p:cNvPr>
          <p:cNvSpPr txBox="1"/>
          <p:nvPr/>
        </p:nvSpPr>
        <p:spPr>
          <a:xfrm>
            <a:off x="5159896" y="3429000"/>
            <a:ext cx="1872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9600" dirty="0">
                <a:solidFill>
                  <a:srgbClr val="51247A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8352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2A165B-A0F9-F5F5-E516-6CC7BA62BE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3DD240-3F3F-5BA6-4AD1-3A8D501063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6</a:t>
            </a:fld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FD02A4-C335-8FAE-6E27-6FCC4EC57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/>
          <a:p>
            <a:r>
              <a:rPr lang="en-AU" dirty="0"/>
              <a:t>WEEK BY WEEK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F20A60-62FB-ADD6-EF62-BFD9AE127D70}"/>
              </a:ext>
            </a:extLst>
          </p:cNvPr>
          <p:cNvSpPr txBox="1"/>
          <p:nvPr/>
        </p:nvSpPr>
        <p:spPr>
          <a:xfrm>
            <a:off x="265019" y="223542"/>
            <a:ext cx="56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Iteration 2: Problem Validation</a:t>
            </a:r>
          </a:p>
          <a:p>
            <a:r>
              <a:rPr lang="en-GB" sz="1600" i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How can we solve this problem, and what could our MVP look like?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94018-5AC3-D418-6718-9A10227D2EAB}"/>
              </a:ext>
            </a:extLst>
          </p:cNvPr>
          <p:cNvSpPr txBox="1"/>
          <p:nvPr/>
        </p:nvSpPr>
        <p:spPr>
          <a:xfrm>
            <a:off x="6563171" y="223542"/>
            <a:ext cx="4680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Iteration 3: Implementation &amp; Verification</a:t>
            </a:r>
            <a:endParaRPr lang="en-GB" sz="1600" b="1" i="1" noProof="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1600" i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Does our MVP deliver value to targeted customer?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DE3A786-EFCD-3289-7F91-38C8C954A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911817"/>
              </p:ext>
            </p:extLst>
          </p:nvPr>
        </p:nvGraphicFramePr>
        <p:xfrm>
          <a:off x="6653410" y="808317"/>
          <a:ext cx="5059213" cy="4657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26">
                  <a:extLst>
                    <a:ext uri="{9D8B030D-6E8A-4147-A177-3AD203B41FA5}">
                      <a16:colId xmlns:a16="http://schemas.microsoft.com/office/drawing/2014/main" val="3463988167"/>
                    </a:ext>
                  </a:extLst>
                </a:gridCol>
                <a:gridCol w="2216346">
                  <a:extLst>
                    <a:ext uri="{9D8B030D-6E8A-4147-A177-3AD203B41FA5}">
                      <a16:colId xmlns:a16="http://schemas.microsoft.com/office/drawing/2014/main" val="3867027495"/>
                    </a:ext>
                  </a:extLst>
                </a:gridCol>
                <a:gridCol w="2176141">
                  <a:extLst>
                    <a:ext uri="{9D8B030D-6E8A-4147-A177-3AD203B41FA5}">
                      <a16:colId xmlns:a16="http://schemas.microsoft.com/office/drawing/2014/main" val="1457975539"/>
                    </a:ext>
                  </a:extLst>
                </a:gridCol>
              </a:tblGrid>
              <a:tr h="435340">
                <a:tc>
                  <a:txBody>
                    <a:bodyPr/>
                    <a:lstStyle/>
                    <a:p>
                      <a:endParaRPr lang="en-GB" sz="1200" noProof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Process – what to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Deliverables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7732"/>
                  </a:ext>
                </a:extLst>
              </a:tr>
              <a:tr h="417815">
                <a:tc rowSpan="4"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9 &amp; 10 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Implement 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300" b="0" noProof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778947"/>
                  </a:ext>
                </a:extLst>
              </a:tr>
              <a:tr h="472440">
                <a:tc vMerge="1">
                  <a:txBody>
                    <a:bodyPr/>
                    <a:lstStyle/>
                    <a:p>
                      <a:endParaRPr lang="en-GB" sz="1400" noProof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Conduct fifth round of interviews to gather feedback on the 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Test and learning cards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446031"/>
                  </a:ext>
                </a:extLst>
              </a:tr>
              <a:tr h="472440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Interview transcripts &amp; recordings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834017"/>
                  </a:ext>
                </a:extLst>
              </a:tr>
              <a:tr h="374904">
                <a:tc vMerge="1">
                  <a:txBody>
                    <a:bodyPr/>
                    <a:lstStyle/>
                    <a:p>
                      <a:endParaRPr lang="en-GB" sz="1400" noProof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Clear understanding of product and business model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Fully refined and populated BMC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335088"/>
                  </a:ext>
                </a:extLst>
              </a:tr>
              <a:tr h="267329">
                <a:tc rowSpan="2">
                  <a:txBody>
                    <a:bodyPr/>
                    <a:lstStyle/>
                    <a:p>
                      <a:r>
                        <a:rPr lang="en-GB" sz="1300" b="1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11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300" b="1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Presentation preparation,</a:t>
                      </a:r>
                    </a:p>
                    <a:p>
                      <a:r>
                        <a:rPr lang="en-GB" sz="1300" b="1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Continue implementing MVP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Elevator pitch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94786960"/>
                  </a:ext>
                </a:extLst>
              </a:tr>
              <a:tr h="579120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Presentation plan (recordings, props, speaker order, slides, etc.)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498497"/>
                  </a:ext>
                </a:extLst>
              </a:tr>
              <a:tr h="347472">
                <a:tc rowSpan="2"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12 &amp; 13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Complete demo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1300" noProof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59048670"/>
                  </a:ext>
                </a:extLst>
              </a:tr>
              <a:tr h="347472">
                <a:tc vMerge="1">
                  <a:txBody>
                    <a:bodyPr/>
                    <a:lstStyle/>
                    <a:p>
                      <a:endParaRPr lang="en-GB" sz="1400" noProof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Week 13 showcase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Final MVP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845117"/>
                  </a:ext>
                </a:extLst>
              </a:tr>
              <a:tr h="259080">
                <a:tc rowSpan="2"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Week 1 exams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300" b="1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Iteration 3 submission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Tag repository 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13200315"/>
                  </a:ext>
                </a:extLst>
              </a:tr>
              <a:tr h="259080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Individual reflection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43686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A188D29-7D8C-9F0A-4DEB-54BDC2B6B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155491"/>
              </p:ext>
            </p:extLst>
          </p:nvPr>
        </p:nvGraphicFramePr>
        <p:xfrm>
          <a:off x="309106" y="808317"/>
          <a:ext cx="5573666" cy="5817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3463988167"/>
                    </a:ext>
                  </a:extLst>
                </a:gridCol>
                <a:gridCol w="2643063">
                  <a:extLst>
                    <a:ext uri="{9D8B030D-6E8A-4147-A177-3AD203B41FA5}">
                      <a16:colId xmlns:a16="http://schemas.microsoft.com/office/drawing/2014/main" val="3867027495"/>
                    </a:ext>
                  </a:extLst>
                </a:gridCol>
                <a:gridCol w="2641360">
                  <a:extLst>
                    <a:ext uri="{9D8B030D-6E8A-4147-A177-3AD203B41FA5}">
                      <a16:colId xmlns:a16="http://schemas.microsoft.com/office/drawing/2014/main" val="3044562564"/>
                    </a:ext>
                  </a:extLst>
                </a:gridCol>
              </a:tblGrid>
              <a:tr h="334530">
                <a:tc>
                  <a:txBody>
                    <a:bodyPr/>
                    <a:lstStyle/>
                    <a:p>
                      <a:endParaRPr lang="en-GB" sz="1200" noProof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Process – what to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Deliverables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7732"/>
                  </a:ext>
                </a:extLst>
              </a:tr>
              <a:tr h="273528">
                <a:tc rowSpan="5"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Test previously defined value proposition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Solution hypotheses  &amp;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778947"/>
                  </a:ext>
                </a:extLst>
              </a:tr>
              <a:tr h="273528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Test cards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343268"/>
                  </a:ext>
                </a:extLst>
              </a:tr>
              <a:tr h="358637">
                <a:tc vMerge="1">
                  <a:txBody>
                    <a:bodyPr/>
                    <a:lstStyle/>
                    <a:p>
                      <a:endParaRPr lang="en-AU" sz="12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Conduct third round of interviews to validate the proposed solution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Interview transcripts &amp; recordings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901678"/>
                  </a:ext>
                </a:extLst>
              </a:tr>
              <a:tr h="273528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Learning cards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834423"/>
                  </a:ext>
                </a:extLst>
              </a:tr>
              <a:tr h="460679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Accepted &amp; refuted solution hypotheses 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899615"/>
                  </a:ext>
                </a:extLst>
              </a:tr>
              <a:tr h="460679"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7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Ideate MVP features informed by primary and secondary research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Competitor analysis table 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446031"/>
                  </a:ext>
                </a:extLst>
              </a:tr>
              <a:tr h="286746">
                <a:tc rowSpan="6"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8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Develop an initial prototype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Paper and/or digital prototype 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9097549"/>
                  </a:ext>
                </a:extLst>
              </a:tr>
              <a:tr h="460679">
                <a:tc vMerge="1">
                  <a:txBody>
                    <a:bodyPr/>
                    <a:lstStyle/>
                    <a:p>
                      <a:endParaRPr lang="en-AU" sz="12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Conduct fourth round of interviews to test prototype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Interview transcripts &amp; recordings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786960"/>
                  </a:ext>
                </a:extLst>
              </a:tr>
              <a:tr h="273528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Test and learning cards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91498"/>
                  </a:ext>
                </a:extLst>
              </a:tr>
              <a:tr h="273528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List of finalised MVP feature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655623"/>
                  </a:ext>
                </a:extLst>
              </a:tr>
              <a:tr h="647830">
                <a:tc vMerge="1">
                  <a:txBody>
                    <a:bodyPr/>
                    <a:lstStyle/>
                    <a:p>
                      <a:endParaRPr lang="en-AU" sz="12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Plan MVP implementation, including feature prioritisation and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GitHub Projects </a:t>
                      </a:r>
                    </a:p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Clear MVP plan - who does what by when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048670"/>
                  </a:ext>
                </a:extLst>
              </a:tr>
              <a:tr h="647830">
                <a:tc vMerge="1">
                  <a:txBody>
                    <a:bodyPr/>
                    <a:lstStyle/>
                    <a:p>
                      <a:endParaRPr lang="en-AU" sz="12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Refine BMC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 i="0" kern="1200" noProof="0" dirty="0">
                          <a:solidFill>
                            <a:schemeClr val="dk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Updated customer segments, value propositions, channels, and customer relationships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763104"/>
                  </a:ext>
                </a:extLst>
              </a:tr>
              <a:tr h="273528">
                <a:tc rowSpan="2"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9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300" b="1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Iteration 2 submission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Tag repository </a:t>
                      </a:r>
                    </a:p>
                  </a:txBody>
                  <a:tcPr>
                    <a:lnT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77971185"/>
                  </a:ext>
                </a:extLst>
              </a:tr>
              <a:tr h="273528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noProof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Individual reflection</a:t>
                      </a:r>
                    </a:p>
                  </a:txBody>
                  <a:tcPr>
                    <a:lnB w="28575" cap="flat" cmpd="sng" algn="ctr">
                      <a:solidFill>
                        <a:srgbClr val="20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63483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0781AF4-0E13-61BD-7257-D778743BE455}"/>
              </a:ext>
            </a:extLst>
          </p:cNvPr>
          <p:cNvSpPr txBox="1"/>
          <p:nvPr/>
        </p:nvSpPr>
        <p:spPr>
          <a:xfrm>
            <a:off x="6235146" y="5741906"/>
            <a:ext cx="2792968" cy="30777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GB" sz="1400" b="1" noProof="0" dirty="0">
                <a:solidFill>
                  <a:srgbClr val="FFB9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Continuously refine BMC and VPC</a:t>
            </a:r>
            <a:endParaRPr lang="en-GB" sz="1400" b="1" i="1" noProof="0" dirty="0">
              <a:solidFill>
                <a:srgbClr val="FFB9F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Right Bracket 22">
            <a:extLst>
              <a:ext uri="{FF2B5EF4-FFF2-40B4-BE49-F238E27FC236}">
                <a16:creationId xmlns:a16="http://schemas.microsoft.com/office/drawing/2014/main" id="{A425EF9B-1224-8972-FB63-109886B6A9C3}"/>
              </a:ext>
            </a:extLst>
          </p:cNvPr>
          <p:cNvSpPr/>
          <p:nvPr/>
        </p:nvSpPr>
        <p:spPr>
          <a:xfrm>
            <a:off x="5897854" y="1226604"/>
            <a:ext cx="94322" cy="4413219"/>
          </a:xfrm>
          <a:prstGeom prst="rightBracket">
            <a:avLst/>
          </a:prstGeom>
          <a:ln w="28575">
            <a:solidFill>
              <a:srgbClr val="FF7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73E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Right Bracket 23">
            <a:extLst>
              <a:ext uri="{FF2B5EF4-FFF2-40B4-BE49-F238E27FC236}">
                <a16:creationId xmlns:a16="http://schemas.microsoft.com/office/drawing/2014/main" id="{C0771E48-2218-C6CD-0D75-63D10C9B2DD9}"/>
              </a:ext>
            </a:extLst>
          </p:cNvPr>
          <p:cNvSpPr/>
          <p:nvPr/>
        </p:nvSpPr>
        <p:spPr>
          <a:xfrm flipH="1">
            <a:off x="6507454" y="1226605"/>
            <a:ext cx="111435" cy="3446439"/>
          </a:xfrm>
          <a:prstGeom prst="rightBracket">
            <a:avLst/>
          </a:prstGeom>
          <a:ln w="28575">
            <a:solidFill>
              <a:srgbClr val="FF7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73E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7A0FDE-0974-2E9A-00ED-BC46051EA0F8}"/>
              </a:ext>
            </a:extLst>
          </p:cNvPr>
          <p:cNvCxnSpPr/>
          <p:nvPr/>
        </p:nvCxnSpPr>
        <p:spPr>
          <a:xfrm>
            <a:off x="5992176" y="3787984"/>
            <a:ext cx="515278" cy="0"/>
          </a:xfrm>
          <a:prstGeom prst="line">
            <a:avLst/>
          </a:prstGeom>
          <a:ln w="28575">
            <a:solidFill>
              <a:srgbClr val="FF7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7BF1D31-BB65-7E13-35C1-B0C0F41E9101}"/>
              </a:ext>
            </a:extLst>
          </p:cNvPr>
          <p:cNvCxnSpPr>
            <a:cxnSpLocks/>
          </p:cNvCxnSpPr>
          <p:nvPr/>
        </p:nvCxnSpPr>
        <p:spPr>
          <a:xfrm flipV="1">
            <a:off x="6249815" y="3787984"/>
            <a:ext cx="0" cy="2153397"/>
          </a:xfrm>
          <a:prstGeom prst="line">
            <a:avLst/>
          </a:prstGeom>
          <a:ln w="28575">
            <a:solidFill>
              <a:srgbClr val="FF7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70849F-EC8B-FA37-1812-60B739A1CC02}"/>
              </a:ext>
            </a:extLst>
          </p:cNvPr>
          <p:cNvSpPr txBox="1"/>
          <p:nvPr/>
        </p:nvSpPr>
        <p:spPr>
          <a:xfrm>
            <a:off x="3047464" y="3244334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showcase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232132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9849-9FA5-4059-2EA4-219D09A6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E7746CAB-C81A-044F-445E-81E6D595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6" y="1484784"/>
            <a:ext cx="628377" cy="609398"/>
          </a:xfrm>
        </p:spPr>
        <p:txBody>
          <a:bodyPr/>
          <a:lstStyle/>
          <a:p>
            <a:endParaRPr lang="en-AU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20C2779-9307-3C7D-3FF1-C9BB93AAFE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69895" y="2420888"/>
            <a:ext cx="7632171" cy="3111445"/>
          </a:xfrm>
        </p:spPr>
        <p:txBody>
          <a:bodyPr/>
          <a:lstStyle/>
          <a:p>
            <a:r>
              <a:rPr lang="en-AU" dirty="0"/>
              <a:t>TECHNICAL FRAMEWORK </a:t>
            </a:r>
            <a:br>
              <a:rPr lang="en-AU" dirty="0"/>
            </a:br>
            <a:r>
              <a:rPr lang="en-AU" dirty="0"/>
              <a:t>(NON-)SUPPORT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B0F23-590E-B4C8-4A12-B254C11228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04663" y="6526213"/>
            <a:ext cx="287337" cy="144462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4153392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677DA9DC-BDD9-2475-5205-677B7E97A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6" y="1484784"/>
            <a:ext cx="628377" cy="609398"/>
          </a:xfrm>
        </p:spPr>
        <p:txBody>
          <a:bodyPr/>
          <a:lstStyle/>
          <a:p>
            <a:endParaRPr lang="en-AU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3D21A3B-BF94-2EAA-7FCD-4AACDE3D5B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5736" y="2773377"/>
            <a:ext cx="7632171" cy="1015663"/>
          </a:xfrm>
        </p:spPr>
        <p:txBody>
          <a:bodyPr/>
          <a:lstStyle/>
          <a:p>
            <a:r>
              <a:rPr lang="en-AU" dirty="0"/>
              <a:t>TIME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B9E1B-BBB4-DA01-02BA-E8613470D9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04663" y="6526213"/>
            <a:ext cx="287337" cy="144462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586214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263D0-0633-3835-EADD-9036C00BBB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5FCE3-89D4-504F-6169-7A1D6496C0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9</a:t>
            </a:fld>
            <a:endParaRPr lang="en-A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1A7805-085F-B0DA-9F8E-0EA9C469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800" y="1198800"/>
            <a:ext cx="5059160" cy="503510"/>
          </a:xfrm>
        </p:spPr>
        <p:txBody>
          <a:bodyPr/>
          <a:lstStyle/>
          <a:p>
            <a:r>
              <a:rPr lang="en-AU" dirty="0"/>
              <a:t>TASK FROM LAST WEEK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E9D129-55E3-129D-B0F8-FFF8BF0303C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36796BE-B6EE-149F-B512-DF7FEF98D19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3552" y="2403822"/>
            <a:ext cx="6090520" cy="3314444"/>
          </a:xfrm>
        </p:spPr>
        <p:txBody>
          <a:bodyPr/>
          <a:lstStyle/>
          <a:p>
            <a:pPr marL="342900" indent="-342900">
              <a:buClr>
                <a:schemeClr val="bg1"/>
              </a:buClr>
              <a:buAutoNum type="arabicPeriod"/>
            </a:pPr>
            <a:r>
              <a:rPr lang="en-AU" sz="1800" b="0" dirty="0"/>
              <a:t>Choose a task that has been on your mind: a task that you have been putting off for a while. Choose a task that you are comfortable sharing with your team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en-AU" sz="1800" b="0" dirty="0"/>
              <a:t>Write the outcome of that task (must be an observable outcome).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en-AU" sz="1800" b="0" dirty="0"/>
              <a:t>Write the next action (specific, physical, and observable action) you need to work toward that task.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en-AU" sz="1800" b="0" dirty="0"/>
              <a:t>Share with your team.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en-AU" sz="1800" dirty="0"/>
              <a:t>Commit to completing that task by the studio next week.</a:t>
            </a:r>
            <a:endParaRPr lang="en-AU" sz="1800" b="0" dirty="0"/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en-AU" sz="1800" b="0" dirty="0"/>
              <a:t>How do you feel about that task now?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609B8890-3762-9467-A8D0-126C62977F3E}"/>
              </a:ext>
            </a:extLst>
          </p:cNvPr>
          <p:cNvSpPr txBox="1">
            <a:spLocks/>
          </p:cNvSpPr>
          <p:nvPr/>
        </p:nvSpPr>
        <p:spPr bwMode="auto">
          <a:xfrm>
            <a:off x="7433992" y="1198800"/>
            <a:ext cx="4104456" cy="33144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0" kern="120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512C7B"/>
              </a:buClr>
            </a:pPr>
            <a:r>
              <a:rPr lang="en-AU" sz="3600" dirty="0">
                <a:solidFill>
                  <a:srgbClr val="512C7B"/>
                </a:solidFill>
              </a:rPr>
              <a:t>THIS WEEK</a:t>
            </a:r>
          </a:p>
          <a:p>
            <a:pPr marL="342900" indent="-342900">
              <a:buClr>
                <a:srgbClr val="512C7B"/>
              </a:buClr>
              <a:buFont typeface="+mj-lt"/>
              <a:buAutoNum type="arabicPeriod"/>
            </a:pPr>
            <a:r>
              <a:rPr lang="en-AU" sz="1800" dirty="0">
                <a:solidFill>
                  <a:srgbClr val="512C7B"/>
                </a:solidFill>
              </a:rPr>
              <a:t>Show your team the evidence that you completed the task</a:t>
            </a:r>
          </a:p>
          <a:p>
            <a:pPr marL="342900" indent="-342900">
              <a:buClr>
                <a:srgbClr val="512C7B"/>
              </a:buClr>
              <a:buFont typeface="+mj-lt"/>
              <a:buAutoNum type="arabicPeriod"/>
            </a:pPr>
            <a:r>
              <a:rPr lang="en-AU" sz="1800" dirty="0">
                <a:solidFill>
                  <a:srgbClr val="512C7B"/>
                </a:solidFill>
              </a:rPr>
              <a:t>If you didn’t/couldn’t, discuss: what blocked you?</a:t>
            </a:r>
          </a:p>
        </p:txBody>
      </p:sp>
    </p:spTree>
    <p:extLst>
      <p:ext uri="{BB962C8B-B14F-4D97-AF65-F5344CB8AC3E}">
        <p14:creationId xmlns:p14="http://schemas.microsoft.com/office/powerpoint/2010/main" val="242742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79519D-1E56-F57B-0C20-34ADA9C6C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46" y="763960"/>
            <a:ext cx="9577138" cy="469056"/>
          </a:xfrm>
        </p:spPr>
        <p:txBody>
          <a:bodyPr/>
          <a:lstStyle/>
          <a:p>
            <a:r>
              <a:rPr lang="en-AU" dirty="0"/>
              <a:t>GROUP DISCUSSION [3 mins]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63BC1-E162-A3E6-3D2E-924AEAB5D59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16C30-3EC0-A772-6888-AA4FD4340D97}"/>
              </a:ext>
            </a:extLst>
          </p:cNvPr>
          <p:cNvSpPr txBox="1"/>
          <p:nvPr/>
        </p:nvSpPr>
        <p:spPr>
          <a:xfrm>
            <a:off x="593669" y="2492896"/>
            <a:ext cx="76137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600" b="0" i="0" dirty="0">
                <a:solidFill>
                  <a:srgbClr val="51247A"/>
                </a:solidFill>
                <a:effectLst/>
                <a:latin typeface="Segoe UI" panose="020B0502040204020203" pitchFamily="34" charset="0"/>
              </a:rPr>
              <a:t>What do you think the most important skill that a university graduate could develop to become great in thei</a:t>
            </a:r>
            <a:r>
              <a:rPr lang="en-AU" sz="3600" dirty="0">
                <a:solidFill>
                  <a:srgbClr val="51247A"/>
                </a:solidFill>
                <a:latin typeface="Segoe UI" panose="020B0502040204020203" pitchFamily="34" charset="0"/>
              </a:rPr>
              <a:t>r job/life</a:t>
            </a:r>
            <a:r>
              <a:rPr lang="en-AU" sz="3600" b="0" i="0" dirty="0">
                <a:solidFill>
                  <a:srgbClr val="51247A"/>
                </a:solidFill>
                <a:effectLst/>
                <a:latin typeface="Segoe UI" panose="020B0502040204020203" pitchFamily="34" charset="0"/>
              </a:rPr>
              <a:t>?</a:t>
            </a:r>
            <a:endParaRPr lang="en-AU" sz="3600" dirty="0">
              <a:solidFill>
                <a:srgbClr val="5124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86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36663-29ED-FEC9-2C4B-7ABE1583B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BDF2B6D0-7235-2D8C-D424-F11547AB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6" y="1484784"/>
            <a:ext cx="628377" cy="609398"/>
          </a:xfrm>
        </p:spPr>
        <p:txBody>
          <a:bodyPr/>
          <a:lstStyle/>
          <a:p>
            <a:endParaRPr lang="en-AU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D2C9A1E-32FB-62A6-2BDC-E115201BD7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5736" y="2773377"/>
            <a:ext cx="7632171" cy="1015663"/>
          </a:xfrm>
        </p:spPr>
        <p:txBody>
          <a:bodyPr/>
          <a:lstStyle/>
          <a:p>
            <a:r>
              <a:rPr lang="en-AU" dirty="0"/>
              <a:t>FOCUS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1FF6A-3A85-288F-3947-CE2971D2793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04663" y="6526213"/>
            <a:ext cx="287337" cy="144462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775897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81AD5-40B6-0C24-5149-E2B3AA2E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B6A152-F0FC-67BA-0FE9-8D4F356A5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46" y="763960"/>
            <a:ext cx="9577138" cy="469056"/>
          </a:xfrm>
        </p:spPr>
        <p:txBody>
          <a:bodyPr/>
          <a:lstStyle/>
          <a:p>
            <a:r>
              <a:rPr lang="en-AU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D7F7D-6F8C-BC9A-23C7-F9ED3FB211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AU" dirty="0"/>
              <a:t>MULTI-TASKING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7A61F6-B367-FAB9-27D0-FAA03D55E6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50" t="37400" r="25850" b="15350"/>
          <a:stretch>
            <a:fillRect/>
          </a:stretch>
        </p:blipFill>
        <p:spPr>
          <a:xfrm>
            <a:off x="3731804" y="1211689"/>
            <a:ext cx="5112568" cy="500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6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7A72B3-D52A-3408-3A78-0115613D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404664"/>
            <a:ext cx="10081194" cy="469056"/>
          </a:xfrm>
        </p:spPr>
        <p:txBody>
          <a:bodyPr/>
          <a:lstStyle/>
          <a:p>
            <a:r>
              <a:rPr lang="en-AU" dirty="0"/>
              <a:t>GROUP DISCUSSION: TECHNIQUES FOR FOCUS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60797-BC35-DC94-4F20-5D88A1B763F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0075F-490B-E4A6-54B5-1FB77044D29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13</a:t>
            </a:fld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391963-05C4-5D2E-22A2-82450072630A}"/>
              </a:ext>
            </a:extLst>
          </p:cNvPr>
          <p:cNvSpPr txBox="1"/>
          <p:nvPr/>
        </p:nvSpPr>
        <p:spPr>
          <a:xfrm>
            <a:off x="695326" y="962101"/>
            <a:ext cx="7416799" cy="586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>
                <a:solidFill>
                  <a:srgbClr val="51247A"/>
                </a:solidFill>
              </a:rPr>
              <a:t>MEDITATION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51247A"/>
                </a:solidFill>
              </a:rPr>
              <a:t>STUDY SPACE SUCH AS LIBRARY (</a:t>
            </a:r>
            <a:r>
              <a:rPr lang="en-AU" b="1" dirty="0">
                <a:solidFill>
                  <a:srgbClr val="51247A"/>
                </a:solidFill>
              </a:rPr>
              <a:t>CLUTTER</a:t>
            </a:r>
            <a:r>
              <a:rPr lang="en-AU" dirty="0">
                <a:solidFill>
                  <a:srgbClr val="51247A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51247A"/>
                </a:solidFill>
              </a:rPr>
              <a:t>POSITIVE PEER PRESSURE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51247A"/>
                </a:solidFill>
              </a:rPr>
              <a:t>PSYCHOLOGICAL SEPARATION FROM PLAY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51247A"/>
                </a:solidFill>
              </a:rPr>
              <a:t>REMOVE </a:t>
            </a:r>
            <a:r>
              <a:rPr lang="en-AU" b="1" dirty="0">
                <a:solidFill>
                  <a:srgbClr val="51247A"/>
                </a:solidFill>
              </a:rPr>
              <a:t>DISTRACTIONS</a:t>
            </a:r>
            <a:r>
              <a:rPr lang="en-AU" dirty="0">
                <a:solidFill>
                  <a:srgbClr val="51247A"/>
                </a:solidFill>
              </a:rPr>
              <a:t> – PHONE SILENT, ANOTHER ROOM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51247A"/>
                </a:solidFill>
              </a:rPr>
              <a:t>FAST FEEDBACK ON TASK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51247A"/>
                </a:solidFill>
              </a:rPr>
              <a:t>MUSIC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51247A"/>
                </a:solidFill>
              </a:rPr>
              <a:t>DIET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51247A"/>
                </a:solidFill>
              </a:rPr>
              <a:t>EXERCISE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51247A"/>
                </a:solidFill>
              </a:rPr>
              <a:t>SLEEP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51247A"/>
                </a:solidFill>
              </a:rPr>
              <a:t>ENGAGEMENT WITH TASK</a:t>
            </a:r>
          </a:p>
          <a:p>
            <a:pPr>
              <a:lnSpc>
                <a:spcPct val="150000"/>
              </a:lnSpc>
            </a:pPr>
            <a:r>
              <a:rPr lang="en-AU" b="1" dirty="0">
                <a:solidFill>
                  <a:srgbClr val="51247A"/>
                </a:solidFill>
              </a:rPr>
              <a:t>POMODORO</a:t>
            </a:r>
            <a:r>
              <a:rPr lang="en-AU" dirty="0">
                <a:solidFill>
                  <a:srgbClr val="51247A"/>
                </a:solidFill>
              </a:rPr>
              <a:t> – 25 MINS ON/ 5 MINS OFF (45/15)</a:t>
            </a:r>
          </a:p>
          <a:p>
            <a:pPr>
              <a:lnSpc>
                <a:spcPct val="150000"/>
              </a:lnSpc>
            </a:pPr>
            <a:r>
              <a:rPr lang="en-AU" b="1" dirty="0">
                <a:solidFill>
                  <a:srgbClr val="51247A"/>
                </a:solidFill>
              </a:rPr>
              <a:t>TIME BLOCKING AND TIME THEMES (INCLUDING ENERGY LEVELS) </a:t>
            </a:r>
          </a:p>
          <a:p>
            <a:pPr>
              <a:lnSpc>
                <a:spcPct val="150000"/>
              </a:lnSpc>
            </a:pPr>
            <a:endParaRPr lang="en-AU" dirty="0">
              <a:solidFill>
                <a:srgbClr val="5124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97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520F0-0D51-8963-234E-16923D47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0A2C86-AAF2-CB6F-0087-FD3C3313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0081194" cy="469056"/>
          </a:xfrm>
        </p:spPr>
        <p:txBody>
          <a:bodyPr/>
          <a:lstStyle/>
          <a:p>
            <a:r>
              <a:rPr lang="en-AU" dirty="0"/>
              <a:t>STOLEN FOCUS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3DE63-A7EA-C0A7-71CC-0132B0182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627D8-D94D-8695-F2F3-B9CC580AF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14</a:t>
            </a:fld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1C4FA2-CDCB-ADE2-2419-BEC57EB662F0}"/>
              </a:ext>
            </a:extLst>
          </p:cNvPr>
          <p:cNvSpPr txBox="1"/>
          <p:nvPr/>
        </p:nvSpPr>
        <p:spPr>
          <a:xfrm>
            <a:off x="2783594" y="3006243"/>
            <a:ext cx="6624811" cy="588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400" dirty="0">
                <a:solidFill>
                  <a:srgbClr val="51247A"/>
                </a:solidFill>
                <a:hlinkClick r:id="rId2"/>
              </a:rPr>
              <a:t>https://www.youtube.com/watch?v=qTjloQcCjaM</a:t>
            </a:r>
            <a:r>
              <a:rPr lang="en-AU" sz="2400" dirty="0">
                <a:solidFill>
                  <a:srgbClr val="51247A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070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443A5-EC5E-BB3E-EB8B-751B39B9D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4292F7-8755-9827-2029-ABB07AC91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0081194" cy="469056"/>
          </a:xfrm>
        </p:spPr>
        <p:txBody>
          <a:bodyPr/>
          <a:lstStyle/>
          <a:p>
            <a:r>
              <a:rPr lang="en-AU" dirty="0"/>
              <a:t>SURVEY AND EXERCISE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6FAE2-EFA2-42EA-84D2-008E71EA66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F662D-427B-9FB8-4B13-BFB376A8D71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15</a:t>
            </a:fld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F8220C-9136-52F3-6580-3BC0B9EE3794}"/>
              </a:ext>
            </a:extLst>
          </p:cNvPr>
          <p:cNvSpPr txBox="1"/>
          <p:nvPr/>
        </p:nvSpPr>
        <p:spPr>
          <a:xfrm>
            <a:off x="1631466" y="2749983"/>
            <a:ext cx="8929067" cy="753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3200" dirty="0">
                <a:solidFill>
                  <a:srgbClr val="51247A"/>
                </a:solidFill>
              </a:rPr>
              <a:t>Who here would like to improve their focus?</a:t>
            </a:r>
          </a:p>
        </p:txBody>
      </p:sp>
    </p:spTree>
    <p:extLst>
      <p:ext uri="{BB962C8B-B14F-4D97-AF65-F5344CB8AC3E}">
        <p14:creationId xmlns:p14="http://schemas.microsoft.com/office/powerpoint/2010/main" val="147974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08D7-CDA3-ED5B-EECD-D585A901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482B3-07E0-8544-BD87-F042BD588B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7E6C0-8182-55EB-30FA-92648A9DD33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16</a:t>
            </a:fld>
            <a:endParaRPr lang="en-AU" dirty="0"/>
          </a:p>
        </p:txBody>
      </p:sp>
      <p:pic>
        <p:nvPicPr>
          <p:cNvPr id="2" name="Picture 1" descr="Deep Work">
            <a:extLst>
              <a:ext uri="{FF2B5EF4-FFF2-40B4-BE49-F238E27FC236}">
                <a16:creationId xmlns:a16="http://schemas.microsoft.com/office/drawing/2014/main" id="{35BA191E-A955-EE0E-75AE-118B6241C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618" y="370105"/>
            <a:ext cx="3840765" cy="611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0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1795-A04C-F279-0B9C-BC9A654FD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95226-4C90-6D32-17D8-DE34B4F1BB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ELEVATOR PITCH</a:t>
            </a:r>
          </a:p>
        </p:txBody>
      </p:sp>
    </p:spTree>
    <p:extLst>
      <p:ext uri="{BB962C8B-B14F-4D97-AF65-F5344CB8AC3E}">
        <p14:creationId xmlns:p14="http://schemas.microsoft.com/office/powerpoint/2010/main" val="361929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3B211-B8FB-B0C6-1501-22959E3E6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C5464B-4621-CB65-05E6-3258223AA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5823" r="25822"/>
          <a:stretch>
            <a:fillRect/>
          </a:stretch>
        </p:blipFill>
        <p:spPr>
          <a:xfrm>
            <a:off x="5855296" y="0"/>
            <a:ext cx="6336704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0B83F7D-71D8-FC64-A52A-B05B4296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0081194" cy="469056"/>
          </a:xfrm>
        </p:spPr>
        <p:txBody>
          <a:bodyPr/>
          <a:lstStyle/>
          <a:p>
            <a:r>
              <a:rPr lang="en-AU" dirty="0"/>
              <a:t>CLASS DISCUSSION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49944-623B-CC5B-8F0C-6C619C8B20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06DD9-0020-5D37-00E2-E83C5D3B695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18</a:t>
            </a:fld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EE53A6-2F88-E240-2440-2FD50A7314DE}"/>
              </a:ext>
            </a:extLst>
          </p:cNvPr>
          <p:cNvSpPr txBox="1"/>
          <p:nvPr/>
        </p:nvSpPr>
        <p:spPr>
          <a:xfrm>
            <a:off x="661364" y="1844824"/>
            <a:ext cx="4498532" cy="2609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>
                <a:solidFill>
                  <a:srgbClr val="51247A"/>
                </a:solidFill>
              </a:rPr>
              <a:t>What is an elevator pitch?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>
                <a:solidFill>
                  <a:srgbClr val="51247A"/>
                </a:solidFill>
              </a:rPr>
              <a:t>What should we consider when delivering an “elevator pitch”?</a:t>
            </a:r>
          </a:p>
        </p:txBody>
      </p:sp>
    </p:spTree>
    <p:extLst>
      <p:ext uri="{BB962C8B-B14F-4D97-AF65-F5344CB8AC3E}">
        <p14:creationId xmlns:p14="http://schemas.microsoft.com/office/powerpoint/2010/main" val="15235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D7EC6-D766-4E93-3F02-78F20667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E87B-3C2F-9F3E-FACB-B522600B4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FECCF-818D-46F4-1CE0-946189704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5949" y="2039685"/>
            <a:ext cx="7632171" cy="3046988"/>
          </a:xfrm>
        </p:spPr>
        <p:txBody>
          <a:bodyPr/>
          <a:lstStyle/>
          <a:p>
            <a:r>
              <a:rPr lang="en-AU" dirty="0"/>
              <a:t>SOME EXAMPLES FROM YOUR LEGENDS</a:t>
            </a:r>
          </a:p>
        </p:txBody>
      </p:sp>
    </p:spTree>
    <p:extLst>
      <p:ext uri="{BB962C8B-B14F-4D97-AF65-F5344CB8AC3E}">
        <p14:creationId xmlns:p14="http://schemas.microsoft.com/office/powerpoint/2010/main" val="46443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787AC-D73E-DA60-8AE7-650B4F22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2030D3-D1C5-92BA-2DF5-757F1A20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0081194" cy="469056"/>
          </a:xfrm>
        </p:spPr>
        <p:txBody>
          <a:bodyPr/>
          <a:lstStyle/>
          <a:p>
            <a:r>
              <a:rPr lang="en-AU" dirty="0"/>
              <a:t>GOALS OF AN ELEVATOR PITCH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9E3F1-E025-7B02-4D85-8BC9337A1AB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A3531-6681-633A-3251-3D5D2CBC08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20</a:t>
            </a:fld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042495-E699-ACD3-94B3-BE0575781C4B}"/>
              </a:ext>
            </a:extLst>
          </p:cNvPr>
          <p:cNvSpPr txBox="1"/>
          <p:nvPr/>
        </p:nvSpPr>
        <p:spPr>
          <a:xfrm>
            <a:off x="661364" y="1844824"/>
            <a:ext cx="7882908" cy="2609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>
                <a:solidFill>
                  <a:srgbClr val="51247A"/>
                </a:solidFill>
              </a:rPr>
              <a:t>Share a quick summary of yourself and your product offerings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>
                <a:solidFill>
                  <a:srgbClr val="51247A"/>
                </a:solidFill>
              </a:rPr>
              <a:t>Make a real connection to people that can create long-term benefits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D977E9-9F2B-EF6A-AEED-9A6E4D7C9778}"/>
              </a:ext>
            </a:extLst>
          </p:cNvPr>
          <p:cNvSpPr/>
          <p:nvPr/>
        </p:nvSpPr>
        <p:spPr>
          <a:xfrm>
            <a:off x="1055440" y="5294704"/>
            <a:ext cx="2016224" cy="648072"/>
          </a:xfrm>
          <a:prstGeom prst="roundRect">
            <a:avLst/>
          </a:prstGeom>
          <a:solidFill>
            <a:srgbClr val="5124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Make a sale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9DAC5B-8F0A-7472-90A8-8EDE3F3730DD}"/>
              </a:ext>
            </a:extLst>
          </p:cNvPr>
          <p:cNvSpPr/>
          <p:nvPr/>
        </p:nvSpPr>
        <p:spPr>
          <a:xfrm>
            <a:off x="9102764" y="5294704"/>
            <a:ext cx="2016224" cy="648072"/>
          </a:xfrm>
          <a:prstGeom prst="roundRect">
            <a:avLst/>
          </a:prstGeom>
          <a:solidFill>
            <a:srgbClr val="5124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Make a personal connection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CEE45-660C-37DE-2FF8-ABDA173F33A5}"/>
              </a:ext>
            </a:extLst>
          </p:cNvPr>
          <p:cNvSpPr/>
          <p:nvPr/>
        </p:nvSpPr>
        <p:spPr>
          <a:xfrm>
            <a:off x="2063552" y="6093296"/>
            <a:ext cx="1872208" cy="108000"/>
          </a:xfrm>
          <a:prstGeom prst="rect">
            <a:avLst/>
          </a:prstGeom>
          <a:solidFill>
            <a:srgbClr val="5124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8B61F5-62CF-6838-127F-D4E4CC0F4D73}"/>
              </a:ext>
            </a:extLst>
          </p:cNvPr>
          <p:cNvSpPr/>
          <p:nvPr/>
        </p:nvSpPr>
        <p:spPr>
          <a:xfrm>
            <a:off x="8238668" y="6093296"/>
            <a:ext cx="1872208" cy="108000"/>
          </a:xfrm>
          <a:prstGeom prst="rect">
            <a:avLst/>
          </a:prstGeom>
          <a:solidFill>
            <a:srgbClr val="5124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4D8C08-4051-F4A2-A208-680C2DCDF2E1}"/>
              </a:ext>
            </a:extLst>
          </p:cNvPr>
          <p:cNvSpPr/>
          <p:nvPr/>
        </p:nvSpPr>
        <p:spPr>
          <a:xfrm>
            <a:off x="3927396" y="6093296"/>
            <a:ext cx="4311272" cy="108000"/>
          </a:xfrm>
          <a:prstGeom prst="rect">
            <a:avLst/>
          </a:prstGeom>
          <a:solidFill>
            <a:srgbClr val="602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05EE7D-D048-AFDC-C7C9-4DE0F01BBDBC}"/>
              </a:ext>
            </a:extLst>
          </p:cNvPr>
          <p:cNvSpPr/>
          <p:nvPr/>
        </p:nvSpPr>
        <p:spPr>
          <a:xfrm>
            <a:off x="5015880" y="4970668"/>
            <a:ext cx="2016224" cy="648072"/>
          </a:xfrm>
          <a:prstGeom prst="roundRect">
            <a:avLst/>
          </a:prstGeom>
          <a:solidFill>
            <a:srgbClr val="602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Balance your approach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D83302-E47F-EB8D-82EA-B7032E229FF7}"/>
              </a:ext>
            </a:extLst>
          </p:cNvPr>
          <p:cNvCxnSpPr/>
          <p:nvPr/>
        </p:nvCxnSpPr>
        <p:spPr>
          <a:xfrm>
            <a:off x="6023992" y="5733256"/>
            <a:ext cx="0" cy="288032"/>
          </a:xfrm>
          <a:prstGeom prst="straightConnector1">
            <a:avLst/>
          </a:prstGeom>
          <a:ln>
            <a:solidFill>
              <a:srgbClr val="51247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88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B468-A4B7-F2FC-8656-2B5DB37E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635FE3-6460-F924-9302-29DCBB2E7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0081194" cy="469056"/>
          </a:xfrm>
        </p:spPr>
        <p:txBody>
          <a:bodyPr/>
          <a:lstStyle/>
          <a:p>
            <a:r>
              <a:rPr lang="en-AU" dirty="0"/>
              <a:t>ELEMENTS OF A GOOD PITCH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15A2E-5A64-B020-6531-71E9BD91D8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F7ABE-FFDB-4785-D9C8-31C0AC765C7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21</a:t>
            </a:fld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782B1D-A158-40BD-63C3-DC37197A6A3F}"/>
              </a:ext>
            </a:extLst>
          </p:cNvPr>
          <p:cNvSpPr txBox="1"/>
          <p:nvPr/>
        </p:nvSpPr>
        <p:spPr>
          <a:xfrm>
            <a:off x="661457" y="1725484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IN WHICH ORDER SHOULD THESE STAGES BE IN?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A8E149-3728-74C6-8899-2B93DE99AD74}"/>
              </a:ext>
            </a:extLst>
          </p:cNvPr>
          <p:cNvSpPr txBox="1"/>
          <p:nvPr/>
        </p:nvSpPr>
        <p:spPr>
          <a:xfrm>
            <a:off x="1055533" y="2509674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Present your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7C96B-67EE-CD9E-EE44-096FC6C943AD}"/>
              </a:ext>
            </a:extLst>
          </p:cNvPr>
          <p:cNvSpPr txBox="1"/>
          <p:nvPr/>
        </p:nvSpPr>
        <p:spPr>
          <a:xfrm>
            <a:off x="1055533" y="3293864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Add a call to 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07798-AFAE-2BB5-8EDF-0764160650F2}"/>
              </a:ext>
            </a:extLst>
          </p:cNvPr>
          <p:cNvSpPr txBox="1"/>
          <p:nvPr/>
        </p:nvSpPr>
        <p:spPr>
          <a:xfrm>
            <a:off x="1055533" y="4078054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Share you value proposition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661A6A-17BE-C6C7-A5E5-7C8908900A6D}"/>
              </a:ext>
            </a:extLst>
          </p:cNvPr>
          <p:cNvSpPr txBox="1"/>
          <p:nvPr/>
        </p:nvSpPr>
        <p:spPr>
          <a:xfrm>
            <a:off x="1055533" y="4862244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Introduce yourself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484B8B-2E74-61B2-AAD9-3CE885587D1E}"/>
              </a:ext>
            </a:extLst>
          </p:cNvPr>
          <p:cNvSpPr txBox="1"/>
          <p:nvPr/>
        </p:nvSpPr>
        <p:spPr>
          <a:xfrm>
            <a:off x="1055533" y="5646433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Present the problem</a:t>
            </a:r>
          </a:p>
        </p:txBody>
      </p:sp>
    </p:spTree>
    <p:extLst>
      <p:ext uri="{BB962C8B-B14F-4D97-AF65-F5344CB8AC3E}">
        <p14:creationId xmlns:p14="http://schemas.microsoft.com/office/powerpoint/2010/main" val="94043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B401-CECF-D3BB-C04E-45B791939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5975AA-B0B6-9701-FE70-7941B9B12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0081194" cy="469056"/>
          </a:xfrm>
        </p:spPr>
        <p:txBody>
          <a:bodyPr/>
          <a:lstStyle/>
          <a:p>
            <a:r>
              <a:rPr lang="en-AU" dirty="0"/>
              <a:t>ELEMENTS OF A GOOD PITCH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4F93F-0D39-6043-F79D-A44E038B988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F54FF-4A46-5ECA-718F-E10B6E99B1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22</a:t>
            </a:fld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F7B53C-64D2-1E24-03FA-CF90CE2E7904}"/>
              </a:ext>
            </a:extLst>
          </p:cNvPr>
          <p:cNvSpPr txBox="1"/>
          <p:nvPr/>
        </p:nvSpPr>
        <p:spPr>
          <a:xfrm>
            <a:off x="661457" y="1725484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IN WHICH ORDER SHOULD THESE STAGES BE IN?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25AE6B-30BB-CD77-5BD0-631CA09B8AB4}"/>
              </a:ext>
            </a:extLst>
          </p:cNvPr>
          <p:cNvSpPr txBox="1"/>
          <p:nvPr/>
        </p:nvSpPr>
        <p:spPr>
          <a:xfrm>
            <a:off x="1055533" y="4078054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Present your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0D9E2-A0FB-E1ED-CF21-9C0F3E7D057B}"/>
              </a:ext>
            </a:extLst>
          </p:cNvPr>
          <p:cNvSpPr txBox="1"/>
          <p:nvPr/>
        </p:nvSpPr>
        <p:spPr>
          <a:xfrm>
            <a:off x="1055533" y="5646433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Add a call to 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1F711-D670-7B9C-3DE9-284077C1A029}"/>
              </a:ext>
            </a:extLst>
          </p:cNvPr>
          <p:cNvSpPr txBox="1"/>
          <p:nvPr/>
        </p:nvSpPr>
        <p:spPr>
          <a:xfrm>
            <a:off x="1055533" y="4862244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Share you value proposition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55CEC3-CE38-603C-DEEC-27237FAA0CCB}"/>
              </a:ext>
            </a:extLst>
          </p:cNvPr>
          <p:cNvSpPr txBox="1"/>
          <p:nvPr/>
        </p:nvSpPr>
        <p:spPr>
          <a:xfrm>
            <a:off x="1055533" y="2509674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Introduce yourself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FE548B-742C-C739-9A09-630F2F524D4D}"/>
              </a:ext>
            </a:extLst>
          </p:cNvPr>
          <p:cNvSpPr txBox="1"/>
          <p:nvPr/>
        </p:nvSpPr>
        <p:spPr>
          <a:xfrm>
            <a:off x="1055533" y="3293864"/>
            <a:ext cx="7882908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51247A"/>
                </a:solidFill>
              </a:rPr>
              <a:t>Present the problem</a:t>
            </a:r>
          </a:p>
        </p:txBody>
      </p:sp>
    </p:spTree>
    <p:extLst>
      <p:ext uri="{BB962C8B-B14F-4D97-AF65-F5344CB8AC3E}">
        <p14:creationId xmlns:p14="http://schemas.microsoft.com/office/powerpoint/2010/main" val="2209863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C83AFC-5391-E4BF-F7ED-32B29B9ABF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1DE90-C4EC-2DBB-47D2-EE4F508D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STAGES OF AN ELEVATOR PITCH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052D0-685F-970B-D464-C1EB08CB235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0F1BC-FB00-6D6D-E085-9AEC673C28E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23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3B6074-0164-BF24-67A6-CC9A297B20E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09C63C76-0771-57B1-5D66-B2CF1F12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772816"/>
            <a:ext cx="10072856" cy="410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73894-46BB-B0E4-54C1-122A2F0D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B141271B-C0FC-0F5E-803D-47538C74C9D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DCE61-0C70-1789-9DE1-460085CBB9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24</a:t>
            </a:fld>
            <a:endParaRPr lang="en-AU" sz="7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5A9C02-AB69-3890-CFE8-FD12F0312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AU" dirty="0"/>
              <a:t>STEP 1: INTRODUCE YOURSELF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5B2577-A296-A654-A9EA-6582E9E3F4F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5326" y="2816920"/>
            <a:ext cx="3384550" cy="305655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YOUR NAME</a:t>
            </a:r>
          </a:p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YOUR ORGANISATION</a:t>
            </a:r>
          </a:p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USE A HOOK TO CAPTURE ATTENTION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5773F094-77E7-331E-2279-03C17F30E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91" r="43970" b="-1"/>
          <a:stretch>
            <a:fillRect/>
          </a:stretch>
        </p:blipFill>
        <p:spPr>
          <a:xfrm>
            <a:off x="4410076" y="982800"/>
            <a:ext cx="3384549" cy="4890670"/>
          </a:xfrm>
          <a:prstGeom prst="rect">
            <a:avLst/>
          </a:prstGeom>
          <a:noFill/>
        </p:spPr>
      </p:pic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95AEAC1D-D1B3-5DDD-ECD3-D3211B5B9A6A}"/>
              </a:ext>
            </a:extLst>
          </p:cNvPr>
          <p:cNvSpPr txBox="1">
            <a:spLocks/>
          </p:cNvSpPr>
          <p:nvPr/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WHAT IS A HOOK?</a:t>
            </a:r>
          </a:p>
          <a:p>
            <a:r>
              <a:rPr lang="en-US" sz="2000" dirty="0"/>
              <a:t>A hook gets the audience interested in you and/or what you are saying</a:t>
            </a:r>
          </a:p>
          <a:p>
            <a:r>
              <a:rPr lang="en-US" sz="2000" dirty="0"/>
              <a:t>HOW?</a:t>
            </a:r>
          </a:p>
          <a:p>
            <a:r>
              <a:rPr lang="en-US" sz="2000" dirty="0"/>
              <a:t>Tell a story</a:t>
            </a:r>
          </a:p>
          <a:p>
            <a:r>
              <a:rPr lang="en-US" sz="2000" dirty="0"/>
              <a:t>Show an image</a:t>
            </a:r>
          </a:p>
          <a:p>
            <a:r>
              <a:rPr lang="en-US" sz="2000" dirty="0"/>
              <a:t>Share a fact or statistic</a:t>
            </a:r>
          </a:p>
        </p:txBody>
      </p:sp>
    </p:spTree>
    <p:extLst>
      <p:ext uri="{BB962C8B-B14F-4D97-AF65-F5344CB8AC3E}">
        <p14:creationId xmlns:p14="http://schemas.microsoft.com/office/powerpoint/2010/main" val="151504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4A6F-B1A9-7415-7DBF-C5FEAA20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94438EC5-D140-E52A-7BCB-5C3F88EE58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20574-3162-A76D-78C9-B4B2D9EFBCD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25</a:t>
            </a:fld>
            <a:endParaRPr lang="en-AU" sz="7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6A1A28-E0E9-DA9F-B194-5AF90BFED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AU" dirty="0"/>
              <a:t>STEP 2: PRESENT THE PROBLEM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A5F46A-0671-5859-AAE0-37BB46B8DB2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5326" y="2816920"/>
            <a:ext cx="3384550" cy="305655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DESCRIBE THE PROBLEM YOU ARE TRYING TO SOLVE</a:t>
            </a:r>
          </a:p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USE YOUR DATA</a:t>
            </a:r>
          </a:p>
          <a:p>
            <a:r>
              <a:rPr lang="en-US" dirty="0"/>
              <a:t>MAKE IT CLEAR</a:t>
            </a:r>
          </a:p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MAKE IT RELEVANT TO YOUR AUDIENCE</a:t>
            </a:r>
          </a:p>
          <a:p>
            <a:r>
              <a:rPr lang="en-US" dirty="0"/>
              <a:t>BE BRIEF</a:t>
            </a:r>
            <a:endParaRPr lang="en-US" b="0" kern="1200" dirty="0"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279FC9E0-DF6E-158F-5664-66527B14B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91" r="43970" b="-1"/>
          <a:stretch>
            <a:fillRect/>
          </a:stretch>
        </p:blipFill>
        <p:spPr>
          <a:xfrm>
            <a:off x="4410076" y="982800"/>
            <a:ext cx="3384549" cy="4890670"/>
          </a:xfrm>
          <a:prstGeom prst="rect">
            <a:avLst/>
          </a:prstGeom>
          <a:noFill/>
        </p:spPr>
      </p:pic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D2273C4-A9DA-984C-A582-ABFACD736C3D}"/>
              </a:ext>
            </a:extLst>
          </p:cNvPr>
          <p:cNvSpPr txBox="1">
            <a:spLocks/>
          </p:cNvSpPr>
          <p:nvPr/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TIPS</a:t>
            </a:r>
          </a:p>
          <a:p>
            <a:r>
              <a:rPr lang="en-US" sz="2200" dirty="0"/>
              <a:t>Connect your problem to your hook</a:t>
            </a:r>
          </a:p>
          <a:p>
            <a:r>
              <a:rPr lang="en-US" sz="2200" dirty="0"/>
              <a:t>Hook people with the data that you gathered</a:t>
            </a:r>
          </a:p>
          <a:p>
            <a:r>
              <a:rPr lang="en-US" sz="2400" dirty="0"/>
              <a:t>EXAMPLES</a:t>
            </a:r>
          </a:p>
          <a:p>
            <a:r>
              <a:rPr lang="en-US" sz="2200" dirty="0"/>
              <a:t>“Did you know that 60% of work time is spent on coordination, rather than doing actual work?”</a:t>
            </a:r>
          </a:p>
          <a:p>
            <a:r>
              <a:rPr lang="en-US" sz="2200" dirty="0"/>
              <a:t>“We surveyed 45 people, and over 70% said that they could not …”</a:t>
            </a:r>
          </a:p>
        </p:txBody>
      </p:sp>
    </p:spTree>
    <p:extLst>
      <p:ext uri="{BB962C8B-B14F-4D97-AF65-F5344CB8AC3E}">
        <p14:creationId xmlns:p14="http://schemas.microsoft.com/office/powerpoint/2010/main" val="23938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F5853-62A6-3C6D-80B6-59535C3D4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4099212A-9F5A-5D97-0864-3EC5BAEA1EE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C2336-4888-ACF5-D57C-26647591EDA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26</a:t>
            </a:fld>
            <a:endParaRPr lang="en-AU" sz="7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8C8C18-33E8-6DEE-3126-BFC3F90C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AU" dirty="0"/>
              <a:t>STEP 3: OFFER THE SOLUTION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C28775-B99C-7A2A-F183-D21422F86B7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5326" y="2816920"/>
            <a:ext cx="3384550" cy="305655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CONVINCE AUDIENCE THEY NEED YOUR HELP</a:t>
            </a:r>
          </a:p>
          <a:p>
            <a:r>
              <a:rPr lang="en-US" dirty="0"/>
              <a:t>ENSURE A STRONG LINK TO THE PROBLEM THAT YOU HAVE RAISED</a:t>
            </a:r>
          </a:p>
          <a:p>
            <a:r>
              <a:rPr lang="en-US" dirty="0"/>
              <a:t>USE YOUR DATA WHERE POSSIBLE</a:t>
            </a:r>
          </a:p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PERSONALISE YOUR SOLUTION TO THE AUDIENCE, IF POSSIBLE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C395F5E-B501-9017-5106-E4C103248889}"/>
              </a:ext>
            </a:extLst>
          </p:cNvPr>
          <p:cNvSpPr txBox="1">
            <a:spLocks/>
          </p:cNvSpPr>
          <p:nvPr/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Did you know that 60% of work time is spend on coordination, rather than doing actual work?</a:t>
            </a:r>
          </a:p>
          <a:p>
            <a:r>
              <a:rPr lang="en-US" sz="2200" dirty="0"/>
              <a:t>That may be the reason why many in </a:t>
            </a:r>
            <a:r>
              <a:rPr lang="en-US" sz="2200" u="sng" dirty="0"/>
              <a:t>your industry</a:t>
            </a:r>
            <a:r>
              <a:rPr lang="en-US" sz="2200" dirty="0"/>
              <a:t> are struggling with productivity issues.</a:t>
            </a:r>
          </a:p>
          <a:p>
            <a:r>
              <a:rPr lang="en-US" sz="2200" dirty="0" err="1"/>
              <a:t>TaskManager’s</a:t>
            </a:r>
            <a:r>
              <a:rPr lang="en-US" sz="2200" dirty="0"/>
              <a:t> management tools can help </a:t>
            </a:r>
            <a:r>
              <a:rPr lang="en-US" sz="2200" u="sng" dirty="0"/>
              <a:t>you</a:t>
            </a:r>
            <a:r>
              <a:rPr lang="en-US" sz="2200" dirty="0"/>
              <a:t> prevent these issues. We trialed this on 65 people, who found…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FB615B-551A-8F17-E869-93CA8EC7D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268" r="26743"/>
          <a:stretch>
            <a:fillRect/>
          </a:stretch>
        </p:blipFill>
        <p:spPr>
          <a:xfrm>
            <a:off x="4296753" y="1268760"/>
            <a:ext cx="3519457" cy="400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0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2C4D-5D75-4BDA-14ED-08A370D6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4F92E7A5-A3FF-C323-C189-33FE13FB76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A60FA-31E4-13F8-5D6B-8DEE46BE6C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27</a:t>
            </a:fld>
            <a:endParaRPr lang="en-AU" sz="7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E8BC48-750D-1F50-75D9-45193D84B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AU" dirty="0"/>
              <a:t>STEP 4: EXPLAIN YOU UNIQUE VP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615319-5204-4EE9-D52C-C64F502BBDE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5326" y="2816920"/>
            <a:ext cx="3384550" cy="305655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EXPLAIN </a:t>
            </a:r>
            <a:r>
              <a:rPr lang="en-US" i="1" dirty="0"/>
              <a:t>WHY</a:t>
            </a:r>
            <a:r>
              <a:rPr lang="en-US" dirty="0"/>
              <a:t> YOU SOLUTION IS BETTER THAN THE REST</a:t>
            </a:r>
          </a:p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TALK ABOUT </a:t>
            </a:r>
            <a:r>
              <a:rPr lang="en-US" dirty="0"/>
              <a:t>YOUR UNIQUE FEATURE, SKILL, OR ABILITY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MAKE A COMPARISON TO A COMPETITOR</a:t>
            </a:r>
            <a:endParaRPr lang="en-US" b="0" kern="1200" dirty="0"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10FBC172-D958-1195-06DF-F879A6000DD6}"/>
              </a:ext>
            </a:extLst>
          </p:cNvPr>
          <p:cNvSpPr txBox="1">
            <a:spLocks/>
          </p:cNvSpPr>
          <p:nvPr/>
        </p:nvSpPr>
        <p:spPr>
          <a:xfrm>
            <a:off x="8124825" y="982800"/>
            <a:ext cx="3384549" cy="5398528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Did you know that 60% of work time is spend on coordination, rather than doing actual work?</a:t>
            </a:r>
          </a:p>
          <a:p>
            <a:r>
              <a:rPr lang="en-US" sz="2400" dirty="0"/>
              <a:t>That may be the reason why many in your industry are struggling with productivity issues.</a:t>
            </a:r>
          </a:p>
          <a:p>
            <a:r>
              <a:rPr lang="en-US" sz="2400" dirty="0" err="1"/>
              <a:t>TaskManager’s</a:t>
            </a:r>
            <a:r>
              <a:rPr lang="en-US" sz="2400" dirty="0"/>
              <a:t> management tools can help you prevent these issues</a:t>
            </a:r>
          </a:p>
          <a:p>
            <a:r>
              <a:rPr lang="en-US" sz="2400" dirty="0"/>
              <a:t>In fact, our platform is the </a:t>
            </a:r>
            <a:r>
              <a:rPr lang="en-US" sz="2400" u="sng" dirty="0"/>
              <a:t>only one</a:t>
            </a:r>
            <a:r>
              <a:rPr lang="en-US" sz="2400" dirty="0"/>
              <a:t> that connects company goals with the tasks needed to achieve them.</a:t>
            </a:r>
            <a:endParaRPr lang="en-US" sz="2400" u="sn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B1FAD3-8466-43A0-971D-1FD8FFB4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268" r="26743"/>
          <a:stretch>
            <a:fillRect/>
          </a:stretch>
        </p:blipFill>
        <p:spPr>
          <a:xfrm>
            <a:off x="4296753" y="1268760"/>
            <a:ext cx="3519457" cy="400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7F08-2B09-EB86-E504-D13E36D8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D50DF953-5B6B-ED19-D7A2-B9020FE405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32329-93D0-55FC-332D-42F17A78D0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28</a:t>
            </a:fld>
            <a:endParaRPr lang="en-AU" sz="7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C38C67-6F4D-4F47-902E-2C2D7EFC1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AU" dirty="0"/>
              <a:t>STEP 5: CALL TO ACTION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FDEB73-3243-F120-E4EB-F1795B22978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5326" y="2816920"/>
            <a:ext cx="3384550" cy="305655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dirty="0"/>
              <a:t>ASK THE </a:t>
            </a:r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AUDIENCE TO DO SOMETHING TO CONTINUE COMMUNICATING WITH YOU</a:t>
            </a:r>
          </a:p>
          <a:p>
            <a:r>
              <a:rPr lang="en-US" dirty="0"/>
              <a:t>E.G.</a:t>
            </a:r>
          </a:p>
          <a:p>
            <a:r>
              <a:rPr lang="en-US" dirty="0"/>
              <a:t>SCHEDULE A FOLLOW-UP MEETING</a:t>
            </a:r>
          </a:p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CONNECT ON LINKEDIN</a:t>
            </a:r>
            <a:endParaRPr lang="en-US" dirty="0"/>
          </a:p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EXCHANGE BUSINESS CARDS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8355962D-FCBF-B473-0D96-22603ABDA06B}"/>
              </a:ext>
            </a:extLst>
          </p:cNvPr>
          <p:cNvSpPr txBox="1">
            <a:spLocks/>
          </p:cNvSpPr>
          <p:nvPr/>
        </p:nvSpPr>
        <p:spPr>
          <a:xfrm>
            <a:off x="7118469" y="982800"/>
            <a:ext cx="4390905" cy="5398528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Did you know that 60% of work time is spend on coordination, rather than doing actual work?</a:t>
            </a:r>
          </a:p>
          <a:p>
            <a:r>
              <a:rPr lang="en-US" sz="2400" dirty="0"/>
              <a:t>That may be the reason why many in your industry are struggling with productivity issues.</a:t>
            </a:r>
          </a:p>
          <a:p>
            <a:r>
              <a:rPr lang="en-US" sz="2400" dirty="0" err="1"/>
              <a:t>TaskManager’s</a:t>
            </a:r>
            <a:r>
              <a:rPr lang="en-US" sz="2400" dirty="0"/>
              <a:t> management tools can help you prevent these issues. We trialed this on 65 people, who found…</a:t>
            </a:r>
          </a:p>
          <a:p>
            <a:r>
              <a:rPr lang="en-US" sz="2400" dirty="0"/>
              <a:t>In fact, your platform is the </a:t>
            </a:r>
            <a:r>
              <a:rPr lang="en-US" sz="2400" u="sng" dirty="0"/>
              <a:t>only one</a:t>
            </a:r>
            <a:r>
              <a:rPr lang="en-US" sz="2400" dirty="0"/>
              <a:t> that connects company goals with the tasks needed to achieve them.</a:t>
            </a:r>
          </a:p>
          <a:p>
            <a:r>
              <a:rPr lang="en-US" sz="2400" dirty="0"/>
              <a:t>We find this to be an exciting place to operate, and would love to have a follow-up meeting to learn more about your business and how we can help.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99549-BEEE-C0BC-2885-1209FCCD9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3450821">
            <a:off x="4216378" y="2791170"/>
            <a:ext cx="24288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0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C8396-9DB2-6C79-58B7-F8DA024E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F727B260-D173-1DD2-4922-2F3F8B27D7E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D4895-A052-1A8F-BC2D-F6D371CD7A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29</a:t>
            </a:fld>
            <a:endParaRPr lang="en-AU" sz="7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917021-496E-D7DB-D4BE-CB86DF3F7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574538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BAEF44-31D4-5053-522F-5A94C23D4814}"/>
              </a:ext>
            </a:extLst>
          </p:cNvPr>
          <p:cNvSpPr txBox="1"/>
          <p:nvPr/>
        </p:nvSpPr>
        <p:spPr>
          <a:xfrm>
            <a:off x="3047048" y="1869011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000" u="sng" kern="100" dirty="0">
                <a:solidFill>
                  <a:srgbClr val="43296D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 tooltip="https://www.youtube.com/watch?v=-1IdJDscYH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https://www.youtube.com/watch?v=-1IdJDscYHk</a:t>
            </a:r>
            <a:endParaRPr lang="en-AU" sz="2000" dirty="0">
              <a:solidFill>
                <a:srgbClr val="43296D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2D2F2A-DF98-1720-D24B-DE06258F3E6A}"/>
              </a:ext>
            </a:extLst>
          </p:cNvPr>
          <p:cNvSpPr txBox="1"/>
          <p:nvPr/>
        </p:nvSpPr>
        <p:spPr>
          <a:xfrm>
            <a:off x="716262" y="2557779"/>
            <a:ext cx="7228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43296D"/>
                </a:solidFill>
              </a:rPr>
              <a:t>As a class, watch the movie above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83838F-8B90-5DFF-38AC-43A3638C69C4}"/>
              </a:ext>
            </a:extLst>
          </p:cNvPr>
          <p:cNvSpPr txBox="1"/>
          <p:nvPr/>
        </p:nvSpPr>
        <p:spPr>
          <a:xfrm>
            <a:off x="716261" y="3245090"/>
            <a:ext cx="78790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43296D"/>
                </a:solidFill>
              </a:rPr>
              <a:t>Identify the main parts of a pitch:</a:t>
            </a:r>
          </a:p>
          <a:p>
            <a:pPr marL="342900" indent="-342900">
              <a:buAutoNum type="arabicPeriod"/>
            </a:pPr>
            <a:r>
              <a:rPr lang="en-AU" sz="2400" dirty="0">
                <a:solidFill>
                  <a:srgbClr val="43296D"/>
                </a:solidFill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AU" sz="2400" dirty="0">
                <a:solidFill>
                  <a:srgbClr val="43296D"/>
                </a:solidFill>
              </a:rPr>
              <a:t>Present the problem</a:t>
            </a:r>
          </a:p>
          <a:p>
            <a:pPr marL="342900" indent="-342900">
              <a:buAutoNum type="arabicPeriod"/>
            </a:pPr>
            <a:r>
              <a:rPr lang="en-AU" sz="2400" dirty="0">
                <a:solidFill>
                  <a:srgbClr val="43296D"/>
                </a:solidFill>
              </a:rPr>
              <a:t>Offer the solution</a:t>
            </a:r>
          </a:p>
          <a:p>
            <a:pPr marL="342900" indent="-342900">
              <a:buAutoNum type="arabicPeriod"/>
            </a:pPr>
            <a:r>
              <a:rPr lang="en-AU" sz="2400" dirty="0">
                <a:solidFill>
                  <a:srgbClr val="43296D"/>
                </a:solidFill>
              </a:rPr>
              <a:t>Explain the unique value proposition</a:t>
            </a:r>
          </a:p>
          <a:p>
            <a:pPr marL="342900" indent="-342900">
              <a:buAutoNum type="arabicPeriod"/>
            </a:pPr>
            <a:r>
              <a:rPr lang="en-AU" sz="2400" dirty="0">
                <a:solidFill>
                  <a:srgbClr val="43296D"/>
                </a:solidFill>
              </a:rPr>
              <a:t>Call to action</a:t>
            </a:r>
          </a:p>
          <a:p>
            <a:pPr marL="342900" indent="-342900">
              <a:buAutoNum type="arabicPeriod"/>
            </a:pPr>
            <a:endParaRPr lang="en-AU" sz="2400" dirty="0">
              <a:solidFill>
                <a:srgbClr val="43296D"/>
              </a:solidFill>
            </a:endParaRPr>
          </a:p>
          <a:p>
            <a:r>
              <a:rPr lang="en-AU" sz="2400" dirty="0">
                <a:solidFill>
                  <a:srgbClr val="43296D"/>
                </a:solidFill>
              </a:rPr>
              <a:t>Are each of these present?</a:t>
            </a:r>
          </a:p>
          <a:p>
            <a:pPr marL="342900" indent="-342900">
              <a:buAutoNum type="arabicPeriod"/>
            </a:pPr>
            <a:endParaRPr lang="en-AU" sz="2400" dirty="0">
              <a:solidFill>
                <a:srgbClr val="43296D"/>
              </a:solidFill>
            </a:endParaRPr>
          </a:p>
          <a:p>
            <a:pPr marL="342900" indent="-342900">
              <a:buAutoNum type="arabicPeriod"/>
            </a:pPr>
            <a:endParaRPr lang="en-AU" sz="2400" dirty="0">
              <a:solidFill>
                <a:srgbClr val="4329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46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6E118-CA05-8962-D2B1-BF883027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268AFC3C-BA88-2EC6-9814-95DFC9039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6" y="1484784"/>
            <a:ext cx="628377" cy="609398"/>
          </a:xfrm>
        </p:spPr>
        <p:txBody>
          <a:bodyPr/>
          <a:lstStyle/>
          <a:p>
            <a:endParaRPr lang="en-AU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C43DC84-CD0E-DE57-5F8F-2E5B31FE2A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9576" y="2492896"/>
            <a:ext cx="7632171" cy="2031325"/>
          </a:xfrm>
        </p:spPr>
        <p:txBody>
          <a:bodyPr/>
          <a:lstStyle/>
          <a:p>
            <a:r>
              <a:rPr lang="en-AU" dirty="0"/>
              <a:t>BREAK (BACK AT 10.20)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AD2A3-6733-7A13-3608-7909A50181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04663" y="6526213"/>
            <a:ext cx="287337" cy="144462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30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2625606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FA544-95CB-45CB-929F-422FDD928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DDC7E1-EF58-0828-F302-24F52458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0081194" cy="469056"/>
          </a:xfrm>
        </p:spPr>
        <p:txBody>
          <a:bodyPr/>
          <a:lstStyle/>
          <a:p>
            <a:r>
              <a:rPr lang="en-AU" dirty="0"/>
              <a:t>TEAM EXERCISE: 1-MINUTE PITCH [25 mins]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81F97-93B3-755F-BB76-1A931321999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F8D74-9993-C1F5-F046-73823F7E562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31</a:t>
            </a:fld>
            <a:endParaRPr lang="en-AU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939246-F360-A446-7A8D-34DF5E63670A}"/>
              </a:ext>
            </a:extLst>
          </p:cNvPr>
          <p:cNvGrpSpPr/>
          <p:nvPr/>
        </p:nvGrpSpPr>
        <p:grpSpPr>
          <a:xfrm>
            <a:off x="656372" y="1557338"/>
            <a:ext cx="1208017" cy="879600"/>
            <a:chOff x="753256" y="1757238"/>
            <a:chExt cx="1208017" cy="8796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F2D346-8285-FA1A-9222-E08576B66347}"/>
                </a:ext>
              </a:extLst>
            </p:cNvPr>
            <p:cNvCxnSpPr>
              <a:cxnSpLocks/>
            </p:cNvCxnSpPr>
            <p:nvPr/>
          </p:nvCxnSpPr>
          <p:spPr>
            <a:xfrm>
              <a:off x="916190" y="2229979"/>
              <a:ext cx="847977" cy="0"/>
            </a:xfrm>
            <a:prstGeom prst="line">
              <a:avLst/>
            </a:prstGeom>
            <a:ln w="25400">
              <a:solidFill>
                <a:srgbClr val="5124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43DFA7-7538-856F-23B0-ECB66AB68896}"/>
                </a:ext>
              </a:extLst>
            </p:cNvPr>
            <p:cNvSpPr txBox="1"/>
            <p:nvPr/>
          </p:nvSpPr>
          <p:spPr>
            <a:xfrm>
              <a:off x="753256" y="1757238"/>
              <a:ext cx="1208017" cy="87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AU" dirty="0">
                  <a:solidFill>
                    <a:srgbClr val="51247A"/>
                  </a:solidFill>
                </a:rPr>
                <a:t>1</a:t>
              </a:r>
              <a:br>
                <a:rPr lang="en-AU" dirty="0">
                  <a:solidFill>
                    <a:srgbClr val="51247A"/>
                  </a:solidFill>
                </a:rPr>
              </a:br>
              <a:r>
                <a:rPr lang="en-AU" dirty="0">
                  <a:solidFill>
                    <a:srgbClr val="51247A"/>
                  </a:solidFill>
                </a:rPr>
                <a:t>INTRO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08A999F-3ACE-011D-53D7-D78B8ED8BB98}"/>
              </a:ext>
            </a:extLst>
          </p:cNvPr>
          <p:cNvGrpSpPr/>
          <p:nvPr/>
        </p:nvGrpSpPr>
        <p:grpSpPr>
          <a:xfrm>
            <a:off x="2978138" y="1557338"/>
            <a:ext cx="1208017" cy="879600"/>
            <a:chOff x="3766940" y="1757238"/>
            <a:chExt cx="1208017" cy="8796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9267EDE-B8C2-57BF-1C89-1014DF7D22AE}"/>
                </a:ext>
              </a:extLst>
            </p:cNvPr>
            <p:cNvCxnSpPr>
              <a:cxnSpLocks/>
            </p:cNvCxnSpPr>
            <p:nvPr/>
          </p:nvCxnSpPr>
          <p:spPr>
            <a:xfrm>
              <a:off x="3900687" y="2229979"/>
              <a:ext cx="847977" cy="0"/>
            </a:xfrm>
            <a:prstGeom prst="line">
              <a:avLst/>
            </a:prstGeom>
            <a:ln w="25400">
              <a:solidFill>
                <a:srgbClr val="5124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43665F0-9544-E3D5-B81B-BC269F72009D}"/>
                </a:ext>
              </a:extLst>
            </p:cNvPr>
            <p:cNvSpPr txBox="1"/>
            <p:nvPr/>
          </p:nvSpPr>
          <p:spPr>
            <a:xfrm>
              <a:off x="3766940" y="1757238"/>
              <a:ext cx="1208017" cy="87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AU" dirty="0">
                  <a:solidFill>
                    <a:srgbClr val="51247A"/>
                  </a:solidFill>
                </a:rPr>
                <a:t>2</a:t>
              </a:r>
              <a:br>
                <a:rPr lang="en-AU" dirty="0">
                  <a:solidFill>
                    <a:srgbClr val="51247A"/>
                  </a:solidFill>
                </a:rPr>
              </a:br>
              <a:r>
                <a:rPr lang="en-AU" dirty="0">
                  <a:solidFill>
                    <a:srgbClr val="51247A"/>
                  </a:solidFill>
                </a:rPr>
                <a:t>PROBLEM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9375B9D-14B7-00B8-D084-0F93157D2FA7}"/>
              </a:ext>
            </a:extLst>
          </p:cNvPr>
          <p:cNvGrpSpPr/>
          <p:nvPr/>
        </p:nvGrpSpPr>
        <p:grpSpPr>
          <a:xfrm>
            <a:off x="5299904" y="1557338"/>
            <a:ext cx="1208017" cy="879600"/>
            <a:chOff x="6502370" y="1757238"/>
            <a:chExt cx="1208017" cy="8796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5357070-10D8-F458-D48C-C8BC4C520D08}"/>
                </a:ext>
              </a:extLst>
            </p:cNvPr>
            <p:cNvCxnSpPr>
              <a:cxnSpLocks/>
            </p:cNvCxnSpPr>
            <p:nvPr/>
          </p:nvCxnSpPr>
          <p:spPr>
            <a:xfrm>
              <a:off x="6689213" y="2229979"/>
              <a:ext cx="847977" cy="0"/>
            </a:xfrm>
            <a:prstGeom prst="line">
              <a:avLst/>
            </a:prstGeom>
            <a:ln w="25400">
              <a:solidFill>
                <a:srgbClr val="5124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522E672-77BB-EE27-2F90-AD98585E108B}"/>
                </a:ext>
              </a:extLst>
            </p:cNvPr>
            <p:cNvSpPr txBox="1"/>
            <p:nvPr/>
          </p:nvSpPr>
          <p:spPr>
            <a:xfrm>
              <a:off x="6502370" y="1757238"/>
              <a:ext cx="1208017" cy="87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AU" dirty="0">
                  <a:solidFill>
                    <a:srgbClr val="51247A"/>
                  </a:solidFill>
                </a:rPr>
                <a:t>3</a:t>
              </a:r>
              <a:br>
                <a:rPr lang="en-AU" dirty="0">
                  <a:solidFill>
                    <a:srgbClr val="51247A"/>
                  </a:solidFill>
                </a:rPr>
              </a:br>
              <a:r>
                <a:rPr lang="en-AU" dirty="0">
                  <a:solidFill>
                    <a:srgbClr val="51247A"/>
                  </a:solidFill>
                </a:rPr>
                <a:t>SOLUTION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A46F4ED-1631-4937-3358-B5CDFE4428F7}"/>
              </a:ext>
            </a:extLst>
          </p:cNvPr>
          <p:cNvGrpSpPr/>
          <p:nvPr/>
        </p:nvGrpSpPr>
        <p:grpSpPr>
          <a:xfrm>
            <a:off x="7621670" y="1557338"/>
            <a:ext cx="1296144" cy="879600"/>
            <a:chOff x="8472264" y="1757238"/>
            <a:chExt cx="1296144" cy="87960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99A3BA3-BBDA-9447-9DA7-5034BD55B3BD}"/>
                </a:ext>
              </a:extLst>
            </p:cNvPr>
            <p:cNvCxnSpPr>
              <a:cxnSpLocks/>
            </p:cNvCxnSpPr>
            <p:nvPr/>
          </p:nvCxnSpPr>
          <p:spPr>
            <a:xfrm>
              <a:off x="8659107" y="2229979"/>
              <a:ext cx="847977" cy="0"/>
            </a:xfrm>
            <a:prstGeom prst="line">
              <a:avLst/>
            </a:prstGeom>
            <a:ln w="25400">
              <a:solidFill>
                <a:srgbClr val="5124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3E9AA75-0947-9397-6111-A73C6A0D3824}"/>
                </a:ext>
              </a:extLst>
            </p:cNvPr>
            <p:cNvSpPr txBox="1"/>
            <p:nvPr/>
          </p:nvSpPr>
          <p:spPr>
            <a:xfrm>
              <a:off x="8472264" y="1757238"/>
              <a:ext cx="1296144" cy="87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AU" dirty="0">
                  <a:solidFill>
                    <a:srgbClr val="51247A"/>
                  </a:solidFill>
                </a:rPr>
                <a:t>4</a:t>
              </a:r>
              <a:br>
                <a:rPr lang="en-AU" dirty="0">
                  <a:solidFill>
                    <a:srgbClr val="51247A"/>
                  </a:solidFill>
                </a:rPr>
              </a:br>
              <a:r>
                <a:rPr lang="en-AU" dirty="0">
                  <a:solidFill>
                    <a:srgbClr val="51247A"/>
                  </a:solidFill>
                </a:rPr>
                <a:t>UNIQUE VP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13D6A13-5A7E-C613-A068-674A4F343E23}"/>
              </a:ext>
            </a:extLst>
          </p:cNvPr>
          <p:cNvGrpSpPr/>
          <p:nvPr/>
        </p:nvGrpSpPr>
        <p:grpSpPr>
          <a:xfrm>
            <a:off x="10031564" y="1557338"/>
            <a:ext cx="1296144" cy="1137374"/>
            <a:chOff x="10128448" y="1757238"/>
            <a:chExt cx="1296144" cy="113737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2BA912C-B208-AF2B-0693-1B7DF7F3F5C9}"/>
                </a:ext>
              </a:extLst>
            </p:cNvPr>
            <p:cNvCxnSpPr>
              <a:cxnSpLocks/>
            </p:cNvCxnSpPr>
            <p:nvPr/>
          </p:nvCxnSpPr>
          <p:spPr>
            <a:xfrm>
              <a:off x="10352532" y="2229979"/>
              <a:ext cx="847977" cy="0"/>
            </a:xfrm>
            <a:prstGeom prst="line">
              <a:avLst/>
            </a:prstGeom>
            <a:ln w="25400">
              <a:solidFill>
                <a:srgbClr val="5124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70FB7D9-DA85-FAB5-D608-70C3D621C175}"/>
                </a:ext>
              </a:extLst>
            </p:cNvPr>
            <p:cNvSpPr txBox="1"/>
            <p:nvPr/>
          </p:nvSpPr>
          <p:spPr>
            <a:xfrm>
              <a:off x="10128448" y="1757238"/>
              <a:ext cx="1296144" cy="87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AU" dirty="0">
                  <a:solidFill>
                    <a:srgbClr val="51247A"/>
                  </a:solidFill>
                </a:rPr>
                <a:t>5</a:t>
              </a:r>
              <a:br>
                <a:rPr lang="en-AU" dirty="0">
                  <a:solidFill>
                    <a:srgbClr val="51247A"/>
                  </a:solidFill>
                </a:rPr>
              </a:br>
              <a:r>
                <a:rPr lang="en-AU" dirty="0">
                  <a:solidFill>
                    <a:srgbClr val="51247A"/>
                  </a:solidFill>
                </a:rPr>
                <a:t>CALL TO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A4F2B3D-EE66-CC68-4B75-AE5C87D560FB}"/>
                </a:ext>
              </a:extLst>
            </p:cNvPr>
            <p:cNvSpPr txBox="1"/>
            <p:nvPr/>
          </p:nvSpPr>
          <p:spPr>
            <a:xfrm>
              <a:off x="10128448" y="2430511"/>
              <a:ext cx="1296144" cy="464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AU" dirty="0">
                  <a:solidFill>
                    <a:srgbClr val="51247A"/>
                  </a:solidFill>
                </a:rPr>
                <a:t>ACTION</a:t>
              </a:r>
            </a:p>
          </p:txBody>
        </p:sp>
      </p:grpSp>
      <p:sp>
        <p:nvSpPr>
          <p:cNvPr id="41" name="Content Placeholder 1">
            <a:extLst>
              <a:ext uri="{FF2B5EF4-FFF2-40B4-BE49-F238E27FC236}">
                <a16:creationId xmlns:a16="http://schemas.microsoft.com/office/drawing/2014/main" id="{6B276F6D-55A8-BE56-ED29-FACCDACA981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6777" y="2694712"/>
            <a:ext cx="1637923" cy="305655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YOUR NAME</a:t>
            </a:r>
          </a:p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YOUR ORGANISATION</a:t>
            </a:r>
          </a:p>
          <a:p>
            <a:r>
              <a:rPr lang="en-US" b="0" kern="1200" dirty="0"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USE A HOOK TO CAPTURE ATTENTION</a:t>
            </a:r>
          </a:p>
        </p:txBody>
      </p:sp>
      <p:sp>
        <p:nvSpPr>
          <p:cNvPr id="42" name="Content Placeholder 1">
            <a:extLst>
              <a:ext uri="{FF2B5EF4-FFF2-40B4-BE49-F238E27FC236}">
                <a16:creationId xmlns:a16="http://schemas.microsoft.com/office/drawing/2014/main" id="{E385C321-6CD1-81B1-7789-4A4FBF77B9BC}"/>
              </a:ext>
            </a:extLst>
          </p:cNvPr>
          <p:cNvSpPr txBox="1">
            <a:spLocks/>
          </p:cNvSpPr>
          <p:nvPr/>
        </p:nvSpPr>
        <p:spPr>
          <a:xfrm>
            <a:off x="2841717" y="2749256"/>
            <a:ext cx="1728192" cy="30565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0" kern="120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DESCRIBE THE PROBLEM YOU ARE TRYING TO SOLVE</a:t>
            </a:r>
          </a:p>
          <a:p>
            <a:r>
              <a:rPr lang="en-AU" dirty="0"/>
              <a:t>USE YOUR DATA!</a:t>
            </a:r>
          </a:p>
          <a:p>
            <a:r>
              <a:rPr lang="en-AU" dirty="0"/>
              <a:t>MAKE IT CLEAR</a:t>
            </a:r>
          </a:p>
          <a:p>
            <a:r>
              <a:rPr lang="en-AU" dirty="0"/>
              <a:t>MAKE IT RELEVANT TO YOUR AUDIENCE</a:t>
            </a:r>
          </a:p>
          <a:p>
            <a:r>
              <a:rPr lang="en-AU" dirty="0"/>
              <a:t>BE BRIEF</a:t>
            </a:r>
          </a:p>
        </p:txBody>
      </p:sp>
      <p:sp>
        <p:nvSpPr>
          <p:cNvPr id="43" name="Content Placeholder 1">
            <a:extLst>
              <a:ext uri="{FF2B5EF4-FFF2-40B4-BE49-F238E27FC236}">
                <a16:creationId xmlns:a16="http://schemas.microsoft.com/office/drawing/2014/main" id="{8686C9DB-86B8-AEDD-106D-87F45A2F649D}"/>
              </a:ext>
            </a:extLst>
          </p:cNvPr>
          <p:cNvSpPr txBox="1">
            <a:spLocks/>
          </p:cNvSpPr>
          <p:nvPr/>
        </p:nvSpPr>
        <p:spPr>
          <a:xfrm>
            <a:off x="5231904" y="2757092"/>
            <a:ext cx="1728192" cy="30565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0" kern="120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CONVINCE AUDIENCE THEY NEED YOUR HELP</a:t>
            </a:r>
          </a:p>
          <a:p>
            <a:r>
              <a:rPr lang="en-AU" dirty="0"/>
              <a:t>ENSURE STRONG LINK TO THE PROBLEM </a:t>
            </a:r>
          </a:p>
          <a:p>
            <a:r>
              <a:rPr lang="en-AU" dirty="0"/>
              <a:t>USE YOUR DATA WHERE POSSIBLE</a:t>
            </a:r>
          </a:p>
          <a:p>
            <a:r>
              <a:rPr lang="en-AU" dirty="0"/>
              <a:t>PERSONALISE  SOLUTION TO AUDIENCE, IF POSSIBLE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697D1878-E7A1-FC97-648F-BB36AFA3FA20}"/>
              </a:ext>
            </a:extLst>
          </p:cNvPr>
          <p:cNvSpPr txBox="1">
            <a:spLocks/>
          </p:cNvSpPr>
          <p:nvPr/>
        </p:nvSpPr>
        <p:spPr>
          <a:xfrm>
            <a:off x="7649312" y="2757092"/>
            <a:ext cx="1469341" cy="30565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0" kern="120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EXPLAIN </a:t>
            </a:r>
            <a:r>
              <a:rPr lang="en-AU" i="1" dirty="0"/>
              <a:t>WHY</a:t>
            </a:r>
            <a:r>
              <a:rPr lang="en-AU" dirty="0"/>
              <a:t> YOU SOLUTION IS BETTER THAN THE REST</a:t>
            </a:r>
          </a:p>
          <a:p>
            <a:r>
              <a:rPr lang="en-AU" dirty="0"/>
              <a:t>TALK ABOUT YOUR UNIQUE FEATURE, SKILL, OR ABILITY</a:t>
            </a:r>
          </a:p>
          <a:p>
            <a:r>
              <a:rPr lang="en-AU" dirty="0"/>
              <a:t>OR</a:t>
            </a:r>
          </a:p>
          <a:p>
            <a:r>
              <a:rPr lang="en-AU" dirty="0"/>
              <a:t>MAKE A COMPARISON TO A COMPETITOR</a:t>
            </a:r>
          </a:p>
        </p:txBody>
      </p:sp>
      <p:sp>
        <p:nvSpPr>
          <p:cNvPr id="45" name="Content Placeholder 1">
            <a:extLst>
              <a:ext uri="{FF2B5EF4-FFF2-40B4-BE49-F238E27FC236}">
                <a16:creationId xmlns:a16="http://schemas.microsoft.com/office/drawing/2014/main" id="{A756E908-E6AF-FA10-CE61-5F57D9D34448}"/>
              </a:ext>
            </a:extLst>
          </p:cNvPr>
          <p:cNvSpPr txBox="1">
            <a:spLocks/>
          </p:cNvSpPr>
          <p:nvPr/>
        </p:nvSpPr>
        <p:spPr>
          <a:xfrm>
            <a:off x="10175580" y="2749256"/>
            <a:ext cx="1584176" cy="30565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600" b="0" kern="120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ASK THE AUDIENCE TO DO SOMETHING TO CONTINUE COMMUNICATING WITH YOU. E.G.</a:t>
            </a:r>
          </a:p>
          <a:p>
            <a:r>
              <a:rPr lang="en-AU" dirty="0"/>
              <a:t>FOLLOW-UP MEETING</a:t>
            </a:r>
          </a:p>
          <a:p>
            <a:r>
              <a:rPr lang="en-AU" dirty="0"/>
              <a:t>CONNECT ON LINKEDIN</a:t>
            </a:r>
          </a:p>
          <a:p>
            <a:r>
              <a:rPr lang="en-AU" dirty="0"/>
              <a:t>EXCHANGE BUSINESS CARDS</a:t>
            </a:r>
          </a:p>
        </p:txBody>
      </p:sp>
    </p:spTree>
    <p:extLst>
      <p:ext uri="{BB962C8B-B14F-4D97-AF65-F5344CB8AC3E}">
        <p14:creationId xmlns:p14="http://schemas.microsoft.com/office/powerpoint/2010/main" val="168593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AF06D-E1DB-F04C-C35E-E2024D78B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F37ACD-35CC-A85B-50F6-CB4B74A31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0081194" cy="469056"/>
          </a:xfrm>
        </p:spPr>
        <p:txBody>
          <a:bodyPr/>
          <a:lstStyle/>
          <a:p>
            <a:r>
              <a:rPr lang="en-AU" dirty="0"/>
              <a:t>INDIVIDUAL EXERCISE: PRACTICE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3BFB-7EF8-BE2C-4602-DDFCCD33739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E5AA2-1256-E9AA-1988-E60118639CD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32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A52731-F54A-DD18-583C-5314114E157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F2A81-BB89-BFEE-C68E-7AAA39AD233D}"/>
              </a:ext>
            </a:extLst>
          </p:cNvPr>
          <p:cNvSpPr txBox="1"/>
          <p:nvPr/>
        </p:nvSpPr>
        <p:spPr>
          <a:xfrm>
            <a:off x="677833" y="2166353"/>
            <a:ext cx="64982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43296D"/>
                </a:solidFill>
              </a:rPr>
              <a:t>EVERYONE STAND UP</a:t>
            </a:r>
          </a:p>
          <a:p>
            <a:endParaRPr lang="en-AU" sz="2800" dirty="0">
              <a:solidFill>
                <a:srgbClr val="43296D"/>
              </a:solidFill>
            </a:endParaRPr>
          </a:p>
          <a:p>
            <a:r>
              <a:rPr lang="en-AU" sz="2800" dirty="0">
                <a:solidFill>
                  <a:srgbClr val="43296D"/>
                </a:solidFill>
              </a:rPr>
              <a:t>ON THE COUNT OF 3: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43296D"/>
                </a:solidFill>
              </a:rPr>
              <a:t>READ YOUR PITCH ALOUD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43296D"/>
                </a:solidFill>
              </a:rPr>
              <a:t>YES, ALL AT THE SAME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800" dirty="0">
              <a:solidFill>
                <a:srgbClr val="43296D"/>
              </a:solidFill>
            </a:endParaRPr>
          </a:p>
          <a:p>
            <a:r>
              <a:rPr lang="en-AU" sz="2800" dirty="0">
                <a:solidFill>
                  <a:srgbClr val="43296D"/>
                </a:solidFill>
              </a:rPr>
              <a:t>SEE HOW NOISY WE CAN BE</a:t>
            </a:r>
          </a:p>
          <a:p>
            <a:pPr marL="342900" indent="-342900">
              <a:buAutoNum type="arabicPeriod"/>
            </a:pPr>
            <a:endParaRPr lang="en-AU" sz="2800" dirty="0">
              <a:solidFill>
                <a:srgbClr val="43296D"/>
              </a:solidFill>
            </a:endParaRPr>
          </a:p>
          <a:p>
            <a:pPr marL="342900" indent="-342900">
              <a:buAutoNum type="arabicPeriod"/>
            </a:pPr>
            <a:endParaRPr lang="en-AU" sz="2800" dirty="0">
              <a:solidFill>
                <a:srgbClr val="43296D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27CDE0-E4CF-3BC5-C555-9723F9DCA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3450821">
            <a:off x="8642002" y="3151521"/>
            <a:ext cx="2428875" cy="1714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88F968-794E-938E-443C-5214311A3BA7}"/>
              </a:ext>
            </a:extLst>
          </p:cNvPr>
          <p:cNvSpPr txBox="1"/>
          <p:nvPr/>
        </p:nvSpPr>
        <p:spPr>
          <a:xfrm>
            <a:off x="6960096" y="2348880"/>
            <a:ext cx="25922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7200" dirty="0">
                <a:solidFill>
                  <a:srgbClr val="43296D"/>
                </a:solidFill>
              </a:rPr>
              <a:t>MAKE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51280D-987A-DF58-EEEF-9727EBD5B666}"/>
              </a:ext>
            </a:extLst>
          </p:cNvPr>
          <p:cNvSpPr txBox="1"/>
          <p:nvPr/>
        </p:nvSpPr>
        <p:spPr>
          <a:xfrm>
            <a:off x="6960096" y="3295132"/>
            <a:ext cx="25922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6000" dirty="0">
                <a:solidFill>
                  <a:srgbClr val="43296D"/>
                </a:solidFill>
              </a:rPr>
              <a:t>SOME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1DBFA-6E5C-7C09-B01E-7770F69505B6}"/>
              </a:ext>
            </a:extLst>
          </p:cNvPr>
          <p:cNvSpPr txBox="1"/>
          <p:nvPr/>
        </p:nvSpPr>
        <p:spPr>
          <a:xfrm>
            <a:off x="6958528" y="4129854"/>
            <a:ext cx="30243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7200" dirty="0">
                <a:solidFill>
                  <a:srgbClr val="43296D"/>
                </a:solidFill>
              </a:rPr>
              <a:t>NOISE</a:t>
            </a:r>
          </a:p>
        </p:txBody>
      </p:sp>
    </p:spTree>
    <p:extLst>
      <p:ext uri="{BB962C8B-B14F-4D97-AF65-F5344CB8AC3E}">
        <p14:creationId xmlns:p14="http://schemas.microsoft.com/office/powerpoint/2010/main" val="14918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77AEB-D793-4E9A-93F1-6312A74A7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E9AB8F-29A3-A240-DA92-DD596472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0081194" cy="469056"/>
          </a:xfrm>
        </p:spPr>
        <p:txBody>
          <a:bodyPr/>
          <a:lstStyle/>
          <a:p>
            <a:r>
              <a:rPr lang="en-AU" dirty="0"/>
              <a:t>ASSESSMENT HELPER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51BCE8-B28F-28A9-4F93-6E0C4B28F58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E696A-3E4B-A6A0-67EF-28C80D24B6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33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2247CC-B922-8F66-B5CD-50EACF84669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A9DA5-3FF3-6052-8E03-D4B8B783C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18" y="1557338"/>
            <a:ext cx="11926964" cy="462979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6F1FB85-8897-34BF-2F4E-7B80A59CCA59}"/>
              </a:ext>
            </a:extLst>
          </p:cNvPr>
          <p:cNvSpPr/>
          <p:nvPr/>
        </p:nvSpPr>
        <p:spPr>
          <a:xfrm>
            <a:off x="495467" y="4509119"/>
            <a:ext cx="3360109" cy="1799605"/>
          </a:xfrm>
          <a:prstGeom prst="ellipse">
            <a:avLst/>
          </a:prstGeom>
          <a:noFill/>
          <a:ln w="28575">
            <a:solidFill>
              <a:srgbClr val="431E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3CACA68-3196-3967-3AB1-32992B707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24" y="2030005"/>
            <a:ext cx="10692353" cy="368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41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FDF7A-41F1-B655-E1B4-3F6247E6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758909-780A-85D0-5B15-66E5A60F69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FC054-FEDA-436C-A237-2169ED3763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34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2DC15-64D9-302F-3DA4-748531E98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688"/>
            <a:ext cx="10081194" cy="485520"/>
          </a:xfrm>
        </p:spPr>
        <p:txBody>
          <a:bodyPr/>
          <a:lstStyle/>
          <a:p>
            <a:r>
              <a:rPr lang="en-AU" dirty="0"/>
              <a:t>WEEK 13 SHOWCASE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1FBA1D-99F1-0711-033E-BD7C7FA51AAA}"/>
              </a:ext>
            </a:extLst>
          </p:cNvPr>
          <p:cNvSpPr txBox="1"/>
          <p:nvPr/>
        </p:nvSpPr>
        <p:spPr>
          <a:xfrm>
            <a:off x="670585" y="1283056"/>
            <a:ext cx="9961920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en-AU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WHEN: </a:t>
            </a: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Studio, week 13, 9am-12pm (visitors from 9.30am)</a:t>
            </a:r>
          </a:p>
          <a:p>
            <a:pPr algn="l">
              <a:spcBef>
                <a:spcPts val="600"/>
              </a:spcBef>
              <a:buNone/>
            </a:pPr>
            <a:r>
              <a:rPr lang="en-AU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WHAT</a:t>
            </a: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: An informal showcase of your project. You will need:</a:t>
            </a:r>
          </a:p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 1-minute elevator pitch, target audience is ‘investors’.</a:t>
            </a:r>
          </a:p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An A2-sized poster, which states your team members, the problem, your value proposition, and links your data to the value proposition. 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 single A2 printouts vs 2 x A3 printouts vs 4 x A4 printouts</a:t>
            </a:r>
          </a:p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 demo (e.g. paper prototype, Figma wireframe, or running code).</a:t>
            </a:r>
          </a:p>
          <a:p>
            <a:pPr algn="l">
              <a:spcBef>
                <a:spcPts val="600"/>
              </a:spcBef>
              <a:buNone/>
            </a:pPr>
            <a:r>
              <a:rPr lang="en-AU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WHY:</a:t>
            </a: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To practise presenting technical work and to share what your team accomplished.</a:t>
            </a:r>
          </a:p>
          <a:p>
            <a:pPr algn="l">
              <a:spcBef>
                <a:spcPts val="600"/>
              </a:spcBef>
              <a:buNone/>
            </a:pPr>
            <a:r>
              <a:rPr lang="en-AU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WHO</a:t>
            </a: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: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Everyone must take turns at presenting during the showcase.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Everyone must go around and look at other teams (take turns staffing your table).</a:t>
            </a:r>
          </a:p>
          <a:p>
            <a:pPr algn="l">
              <a:spcBef>
                <a:spcPts val="600"/>
              </a:spcBef>
              <a:buNone/>
            </a:pPr>
            <a:r>
              <a:rPr lang="en-AU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WHO ELSE</a:t>
            </a:r>
            <a:endParaRPr lang="en-AU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Staff from the School of Electrical Engineering and Computer Science.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Feel free to invite your friends.</a:t>
            </a:r>
          </a:p>
          <a:p>
            <a:pPr algn="l">
              <a:spcBef>
                <a:spcPts val="600"/>
              </a:spcBef>
            </a:pPr>
            <a:r>
              <a:rPr lang="en-AU" b="1" dirty="0">
                <a:solidFill>
                  <a:schemeClr val="bg1"/>
                </a:solidFill>
                <a:latin typeface="Open Sans" panose="020B0606030504020204" pitchFamily="34" charset="0"/>
              </a:rPr>
              <a:t>DRESS CODE: </a:t>
            </a:r>
            <a:r>
              <a:rPr lang="en-AU" dirty="0">
                <a:solidFill>
                  <a:schemeClr val="bg1"/>
                </a:solidFill>
                <a:latin typeface="Open Sans" panose="020B0606030504020204" pitchFamily="34" charset="0"/>
              </a:rPr>
              <a:t>Nothing formal, but not too casual.</a:t>
            </a:r>
            <a:endParaRPr lang="en-AU" b="1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5DCAA-B8D8-AD99-3B95-D974575D0BFE}"/>
              </a:ext>
            </a:extLst>
          </p:cNvPr>
          <p:cNvSpPr txBox="1"/>
          <p:nvPr/>
        </p:nvSpPr>
        <p:spPr>
          <a:xfrm>
            <a:off x="9624392" y="1283056"/>
            <a:ext cx="99619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en-AU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PRIZES!</a:t>
            </a:r>
          </a:p>
          <a:p>
            <a:pPr algn="l">
              <a:spcBef>
                <a:spcPts val="600"/>
              </a:spcBef>
              <a:buNone/>
            </a:pPr>
            <a:endParaRPr lang="en-AU" b="1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pPr algn="l">
              <a:spcBef>
                <a:spcPts val="600"/>
              </a:spcBef>
              <a:buNone/>
            </a:pPr>
            <a:r>
              <a:rPr lang="en-AU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BE ON TIME</a:t>
            </a:r>
          </a:p>
        </p:txBody>
      </p:sp>
    </p:spTree>
    <p:extLst>
      <p:ext uri="{BB962C8B-B14F-4D97-AF65-F5344CB8AC3E}">
        <p14:creationId xmlns:p14="http://schemas.microsoft.com/office/powerpoint/2010/main" val="181983603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5C1DA-8386-51DC-2441-0774C252F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68043-73CA-0361-3EF2-6F678D9411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4EDB4-41E6-79C9-545F-61A232DA83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35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7E9FC-7A16-6069-DB1A-04C4E9D4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688"/>
            <a:ext cx="10081194" cy="485520"/>
          </a:xfrm>
        </p:spPr>
        <p:txBody>
          <a:bodyPr/>
          <a:lstStyle/>
          <a:p>
            <a:r>
              <a:rPr lang="en-AU" dirty="0"/>
              <a:t>MVP REMINDER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76C15-CAFF-0F81-1A10-E36981D2140C}"/>
              </a:ext>
            </a:extLst>
          </p:cNvPr>
          <p:cNvSpPr txBox="1"/>
          <p:nvPr/>
        </p:nvSpPr>
        <p:spPr>
          <a:xfrm>
            <a:off x="635204" y="1557338"/>
            <a:ext cx="100811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en-AU" sz="20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Your MVP must be a </a:t>
            </a:r>
            <a:r>
              <a:rPr lang="en-AU" sz="20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working product</a:t>
            </a:r>
            <a:r>
              <a:rPr lang="en-AU" sz="20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, not a prototype:</a:t>
            </a:r>
          </a:p>
          <a:p>
            <a:pPr algn="l">
              <a:spcBef>
                <a:spcPts val="600"/>
              </a:spcBef>
              <a:buNone/>
            </a:pPr>
            <a:endParaRPr lang="en-AU" sz="2000" b="1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sz="20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Running code with real logic (e.g. data handling, interaction, storage, etc).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  <a:latin typeface="Open Sans" panose="020B0606030504020204" pitchFamily="34" charset="0"/>
              </a:rPr>
              <a:t>V</a:t>
            </a:r>
            <a:r>
              <a:rPr lang="en-AU" sz="20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ersion 0.crap: early adopters could install and use, not a demo that you show them.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sz="20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Wireframes on in tools like Figma are good for early feedback, but they are NOT products.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EFE56-ED65-94DB-8B01-876F67E93A52}"/>
              </a:ext>
            </a:extLst>
          </p:cNvPr>
          <p:cNvSpPr txBox="1"/>
          <p:nvPr/>
        </p:nvSpPr>
        <p:spPr>
          <a:xfrm>
            <a:off x="635204" y="4437112"/>
            <a:ext cx="100811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en-AU" sz="20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EVERYONE must code something</a:t>
            </a:r>
          </a:p>
          <a:p>
            <a:pPr algn="l">
              <a:spcBef>
                <a:spcPts val="600"/>
              </a:spcBef>
              <a:buNone/>
            </a:pPr>
            <a:r>
              <a:rPr lang="en-AU" sz="20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Use </a:t>
            </a:r>
            <a:r>
              <a:rPr lang="en-AU" sz="200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Github</a:t>
            </a:r>
            <a:r>
              <a:rPr lang="en-AU" sz="20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to show </a:t>
            </a:r>
            <a:r>
              <a:rPr lang="en-AU" sz="2000" dirty="0">
                <a:solidFill>
                  <a:schemeClr val="bg1"/>
                </a:solidFill>
                <a:latin typeface="Open Sans" panose="020B0606030504020204" pitchFamily="34" charset="0"/>
              </a:rPr>
              <a:t>your contribution</a:t>
            </a:r>
          </a:p>
          <a:p>
            <a:pPr algn="l">
              <a:spcBef>
                <a:spcPts val="600"/>
              </a:spcBef>
              <a:buNone/>
            </a:pPr>
            <a:r>
              <a:rPr lang="en-AU" sz="20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We care about learning and effort, not high-quality software</a:t>
            </a:r>
          </a:p>
        </p:txBody>
      </p:sp>
    </p:spTree>
    <p:extLst>
      <p:ext uri="{BB962C8B-B14F-4D97-AF65-F5344CB8AC3E}">
        <p14:creationId xmlns:p14="http://schemas.microsoft.com/office/powerpoint/2010/main" val="2700770775"/>
      </p:ext>
    </p:extLst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2DAB6-2C55-858C-EEC4-AF2AA04F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13C4E4-2C34-947E-2293-ADCA4C2D91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EC73E-2B04-9E83-C8A5-88F63B2732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36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3B8E9-135E-3D18-B0A4-1323FA0D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688"/>
            <a:ext cx="10081194" cy="485520"/>
          </a:xfrm>
        </p:spPr>
        <p:txBody>
          <a:bodyPr/>
          <a:lstStyle/>
          <a:p>
            <a:r>
              <a:rPr lang="en-AU" dirty="0"/>
              <a:t>REMAINDER OF TODAY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5CCED7-3ABC-5A06-9EAC-9E7051DFA44C}"/>
              </a:ext>
            </a:extLst>
          </p:cNvPr>
          <p:cNvSpPr txBox="1"/>
          <p:nvPr/>
        </p:nvSpPr>
        <p:spPr>
          <a:xfrm>
            <a:off x="635204" y="1557338"/>
            <a:ext cx="5244772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en-AU" sz="28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Complete a polished pitch</a:t>
            </a:r>
          </a:p>
          <a:p>
            <a:pPr algn="l">
              <a:spcBef>
                <a:spcPts val="600"/>
              </a:spcBef>
              <a:buNone/>
            </a:pPr>
            <a:endParaRPr lang="en-AU" sz="2800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pPr algn="l">
              <a:spcBef>
                <a:spcPts val="600"/>
              </a:spcBef>
              <a:buNone/>
            </a:pPr>
            <a:r>
              <a:rPr lang="en-AU" sz="28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Continue working on your MVP</a:t>
            </a:r>
          </a:p>
          <a:p>
            <a:pPr algn="l">
              <a:spcBef>
                <a:spcPts val="600"/>
              </a:spcBef>
              <a:buNone/>
            </a:pPr>
            <a:endParaRPr lang="en-AU" sz="280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45C8B-0B20-CAC2-DF51-D2869D0715B8}"/>
              </a:ext>
            </a:extLst>
          </p:cNvPr>
          <p:cNvSpPr txBox="1"/>
          <p:nvPr/>
        </p:nvSpPr>
        <p:spPr>
          <a:xfrm>
            <a:off x="6023992" y="1557337"/>
            <a:ext cx="524477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en-AU" sz="28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EXIT TICKET</a:t>
            </a:r>
          </a:p>
          <a:p>
            <a:pPr marL="457200" indent="-4572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bg1"/>
                </a:solidFill>
                <a:latin typeface="Open Sans" panose="020B0606030504020204" pitchFamily="34" charset="0"/>
              </a:rPr>
              <a:t>Present your pitch to your legend and </a:t>
            </a:r>
            <a:r>
              <a:rPr lang="en-AU" sz="2800">
                <a:solidFill>
                  <a:schemeClr val="bg1"/>
                </a:solidFill>
                <a:latin typeface="Open Sans" panose="020B0606030504020204" pitchFamily="34" charset="0"/>
              </a:rPr>
              <a:t>other teams</a:t>
            </a:r>
          </a:p>
          <a:p>
            <a:pPr marL="457200" indent="-4572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sz="2800" i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S</a:t>
            </a:r>
            <a:r>
              <a:rPr lang="en-AU" sz="2800">
                <a:solidFill>
                  <a:schemeClr val="bg1"/>
                </a:solidFill>
                <a:latin typeface="Open Sans" panose="020B0606030504020204" pitchFamily="34" charset="0"/>
              </a:rPr>
              <a:t>how </a:t>
            </a:r>
            <a:r>
              <a:rPr lang="en-AU" sz="2800" dirty="0">
                <a:solidFill>
                  <a:schemeClr val="bg1"/>
                </a:solidFill>
                <a:latin typeface="Open Sans" panose="020B0606030504020204" pitchFamily="34" charset="0"/>
              </a:rPr>
              <a:t>your legend your MVP or demo so far</a:t>
            </a:r>
            <a:endParaRPr lang="en-AU" sz="280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515748"/>
      </p:ext>
    </p:extLst>
  </p:cSld>
  <p:clrMapOvr>
    <a:masterClrMapping/>
  </p:clrMapOvr>
  <p:transition spd="med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6C0DCB-2626-4B53-B361-25C88FBC41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Tim Miller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C8F697-BD5F-4061-8478-16E70F40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1C069-5418-410B-9921-B56241DE9E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11624" y="3639678"/>
            <a:ext cx="3254263" cy="215444"/>
          </a:xfrm>
        </p:spPr>
        <p:txBody>
          <a:bodyPr/>
          <a:lstStyle/>
          <a:p>
            <a:r>
              <a:rPr lang="en-AU" dirty="0"/>
              <a:t>Professor of Artificial Intelligence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BD93B7-F1C0-474E-A8DE-20D219C4EE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11624" y="3920971"/>
            <a:ext cx="2019271" cy="215444"/>
          </a:xfrm>
        </p:spPr>
        <p:txBody>
          <a:bodyPr/>
          <a:lstStyle/>
          <a:p>
            <a:r>
              <a:rPr lang="en-AU" dirty="0"/>
              <a:t>timothy.miller@uq.edu.au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5A11190-2CA6-B3BE-14F6-0023279ED8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11624" y="4202265"/>
            <a:ext cx="1178208" cy="215444"/>
          </a:xfrm>
        </p:spPr>
        <p:txBody>
          <a:bodyPr/>
          <a:lstStyle/>
          <a:p>
            <a:r>
              <a:rPr lang="en-AU" dirty="0"/>
              <a:t>X: @tmiller_uq</a:t>
            </a:r>
          </a:p>
        </p:txBody>
      </p:sp>
    </p:spTree>
    <p:extLst>
      <p:ext uri="{BB962C8B-B14F-4D97-AF65-F5344CB8AC3E}">
        <p14:creationId xmlns:p14="http://schemas.microsoft.com/office/powerpoint/2010/main" val="290788268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8"/>
  <p:tag name="TPFULLVERSION" val="1.3.3.5"/>
  <p:tag name="TPOS" val="2"/>
  <p:tag name="TPLASTSAVEVERSION" val="6.2 PC"/>
  <p:tag name="TPLASTSAVEPRODUCT" val="EchoPoll for PowerPoint"/>
</p:tagLst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Custom 1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7CF43B5-F299-D749-A219-EC1E22601B9F}" vid="{BEB91DF2-7C38-904D-BA66-E9BCAA0250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9418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2225">
          <a:solidFill>
            <a:schemeClr val="bg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11719</TotalTime>
  <Words>2080</Words>
  <Application>Microsoft Office PowerPoint</Application>
  <PresentationFormat>Widescreen</PresentationFormat>
  <Paragraphs>346</Paragraphs>
  <Slides>37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DM Sans</vt:lpstr>
      <vt:lpstr>Gotham Book</vt:lpstr>
      <vt:lpstr>Gotham Medium</vt:lpstr>
      <vt:lpstr>Open Sans</vt:lpstr>
      <vt:lpstr>Segoe UI</vt:lpstr>
      <vt:lpstr>Source Sans Pro</vt:lpstr>
      <vt:lpstr>SourceSansPro-SemiBold</vt:lpstr>
      <vt:lpstr>University of Queensland</vt:lpstr>
      <vt:lpstr>Office Theme</vt:lpstr>
      <vt:lpstr>Custom Design</vt:lpstr>
      <vt:lpstr>PowerPoint Presentation</vt:lpstr>
      <vt:lpstr>ACKNOWLEDGEMENT OF COUNTRY</vt:lpstr>
      <vt:lpstr>COUNTRY AND PLACE</vt:lpstr>
      <vt:lpstr>WEEK BY WEEK OVERVIEW</vt:lpstr>
      <vt:lpstr>EXERCISE</vt:lpstr>
      <vt:lpstr>WEEK BY WEEK OVERVIEW</vt:lpstr>
      <vt:lpstr>PowerPoint Presentation</vt:lpstr>
      <vt:lpstr>PowerPoint Presentation</vt:lpstr>
      <vt:lpstr>TASK FROM LAST WEEK</vt:lpstr>
      <vt:lpstr>GROUP DISCUSSION [3 mins]</vt:lpstr>
      <vt:lpstr>PowerPoint Presentation</vt:lpstr>
      <vt:lpstr>EXERCISE</vt:lpstr>
      <vt:lpstr>GROUP DISCUSSION: TECHNIQUES FOR FOCUS</vt:lpstr>
      <vt:lpstr>STOLEN FOCUS</vt:lpstr>
      <vt:lpstr>SURVEY AND EXERCISE</vt:lpstr>
      <vt:lpstr>PowerPoint Presentation</vt:lpstr>
      <vt:lpstr>PowerPoint Presentation</vt:lpstr>
      <vt:lpstr>CLASS DISCUSSION</vt:lpstr>
      <vt:lpstr>PowerPoint Presentation</vt:lpstr>
      <vt:lpstr>GOALS OF AN ELEVATOR PITCH</vt:lpstr>
      <vt:lpstr>ELEMENTS OF A GOOD PITCH</vt:lpstr>
      <vt:lpstr>ELEMENTS OF A GOOD PITCH</vt:lpstr>
      <vt:lpstr>THE STAGES OF AN ELEVATOR PITCH</vt:lpstr>
      <vt:lpstr>STEP 1: INTRODUCE YOURSELF</vt:lpstr>
      <vt:lpstr>STEP 2: PRESENT THE PROBLEM</vt:lpstr>
      <vt:lpstr>STEP 3: OFFER THE SOLUTION</vt:lpstr>
      <vt:lpstr>STEP 4: EXPLAIN YOU UNIQUE VP</vt:lpstr>
      <vt:lpstr>STEP 5: CALL TO ACTION</vt:lpstr>
      <vt:lpstr>EXAMPLE</vt:lpstr>
      <vt:lpstr>PowerPoint Presentation</vt:lpstr>
      <vt:lpstr>TEAM EXERCISE: 1-MINUTE PITCH [25 mins]</vt:lpstr>
      <vt:lpstr>INDIVIDUAL EXERCISE: PRACTICE</vt:lpstr>
      <vt:lpstr>ASSESSMENT HELPER</vt:lpstr>
      <vt:lpstr>WEEK 13 SHOWCASE </vt:lpstr>
      <vt:lpstr>MVP REMINDER</vt:lpstr>
      <vt:lpstr>REMAINDER OF TODAY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for using this template</dc:title>
  <dc:creator>Katrina Shimmin-Clarke</dc:creator>
  <cp:lastModifiedBy>Tim Miller</cp:lastModifiedBy>
  <cp:revision>27</cp:revision>
  <dcterms:created xsi:type="dcterms:W3CDTF">2022-05-13T01:47:19Z</dcterms:created>
  <dcterms:modified xsi:type="dcterms:W3CDTF">2026-05-15T00:59:45Z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</Properties>
</file>